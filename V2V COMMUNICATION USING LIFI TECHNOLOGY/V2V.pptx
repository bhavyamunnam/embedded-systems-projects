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519B3-5CBF-409C-8C62-1FC809DFE1C5}" v="68" dt="2026-03-11T11:59:30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nam bhavya" userId="89817c2804f01956" providerId="LiveId" clId="{673CACA1-769E-43ED-A8F8-FA56F8482530}"/>
    <pc:docChg chg="undo redo custSel addSld delSld modSld sldOrd">
      <pc:chgData name="munnam bhavya" userId="89817c2804f01956" providerId="LiveId" clId="{673CACA1-769E-43ED-A8F8-FA56F8482530}" dt="2026-03-11T15:21:12.951" v="1956" actId="14100"/>
      <pc:docMkLst>
        <pc:docMk/>
      </pc:docMkLst>
      <pc:sldChg chg="addSp delSp modSp mod">
        <pc:chgData name="munnam bhavya" userId="89817c2804f01956" providerId="LiveId" clId="{673CACA1-769E-43ED-A8F8-FA56F8482530}" dt="2026-03-11T10:12:28.618" v="1698" actId="14100"/>
        <pc:sldMkLst>
          <pc:docMk/>
          <pc:sldMk cId="2568794203" sldId="258"/>
        </pc:sldMkLst>
        <pc:spChg chg="mod">
          <ac:chgData name="munnam bhavya" userId="89817c2804f01956" providerId="LiveId" clId="{673CACA1-769E-43ED-A8F8-FA56F8482530}" dt="2026-03-01T09:28:53.182" v="38" actId="113"/>
          <ac:spMkLst>
            <pc:docMk/>
            <pc:sldMk cId="2568794203" sldId="258"/>
            <ac:spMk id="2" creationId="{781B7C0D-D180-7182-3225-3D314897BCC9}"/>
          </ac:spMkLst>
        </pc:spChg>
        <pc:spChg chg="mod">
          <ac:chgData name="munnam bhavya" userId="89817c2804f01956" providerId="LiveId" clId="{673CACA1-769E-43ED-A8F8-FA56F8482530}" dt="2026-03-01T10:15:38.353" v="446"/>
          <ac:spMkLst>
            <pc:docMk/>
            <pc:sldMk cId="2568794203" sldId="258"/>
            <ac:spMk id="4" creationId="{24A576C1-E6DA-131B-300F-4B1F236AB6A9}"/>
          </ac:spMkLst>
        </pc:spChg>
        <pc:spChg chg="add mod">
          <ac:chgData name="munnam bhavya" userId="89817c2804f01956" providerId="LiveId" clId="{673CACA1-769E-43ED-A8F8-FA56F8482530}" dt="2026-03-02T14:26:59.847" v="1033" actId="14100"/>
          <ac:spMkLst>
            <pc:docMk/>
            <pc:sldMk cId="2568794203" sldId="258"/>
            <ac:spMk id="6" creationId="{69E2B085-92BB-430E-2C30-293355D40BBD}"/>
          </ac:spMkLst>
        </pc:spChg>
        <pc:spChg chg="add mod">
          <ac:chgData name="munnam bhavya" userId="89817c2804f01956" providerId="LiveId" clId="{673CACA1-769E-43ED-A8F8-FA56F8482530}" dt="2026-03-01T11:47:09.148" v="939" actId="20577"/>
          <ac:spMkLst>
            <pc:docMk/>
            <pc:sldMk cId="2568794203" sldId="258"/>
            <ac:spMk id="8" creationId="{6F943A27-074B-7ABE-938C-517957A7B259}"/>
          </ac:spMkLst>
        </pc:spChg>
        <pc:spChg chg="add mod">
          <ac:chgData name="munnam bhavya" userId="89817c2804f01956" providerId="LiveId" clId="{673CACA1-769E-43ED-A8F8-FA56F8482530}" dt="2026-03-02T14:27:46.438" v="1036" actId="1076"/>
          <ac:spMkLst>
            <pc:docMk/>
            <pc:sldMk cId="2568794203" sldId="258"/>
            <ac:spMk id="9" creationId="{1E6AD836-5C76-DC80-5052-4DF7BB5E40C1}"/>
          </ac:spMkLst>
        </pc:spChg>
        <pc:spChg chg="add mod">
          <ac:chgData name="munnam bhavya" userId="89817c2804f01956" providerId="LiveId" clId="{673CACA1-769E-43ED-A8F8-FA56F8482530}" dt="2026-03-01T11:47:24.947" v="946" actId="20577"/>
          <ac:spMkLst>
            <pc:docMk/>
            <pc:sldMk cId="2568794203" sldId="258"/>
            <ac:spMk id="10" creationId="{739F0C2E-A25E-5CDF-EA6D-0779B812245D}"/>
          </ac:spMkLst>
        </pc:spChg>
        <pc:spChg chg="add mod">
          <ac:chgData name="munnam bhavya" userId="89817c2804f01956" providerId="LiveId" clId="{673CACA1-769E-43ED-A8F8-FA56F8482530}" dt="2026-03-02T14:28:05.954" v="1038" actId="1076"/>
          <ac:spMkLst>
            <pc:docMk/>
            <pc:sldMk cId="2568794203" sldId="258"/>
            <ac:spMk id="12" creationId="{18659CFE-A06E-B593-D20A-C13684E3D1B4}"/>
          </ac:spMkLst>
        </pc:spChg>
        <pc:spChg chg="add mod">
          <ac:chgData name="munnam bhavya" userId="89817c2804f01956" providerId="LiveId" clId="{673CACA1-769E-43ED-A8F8-FA56F8482530}" dt="2026-03-02T14:29:43.938" v="1041" actId="1076"/>
          <ac:spMkLst>
            <pc:docMk/>
            <pc:sldMk cId="2568794203" sldId="258"/>
            <ac:spMk id="18" creationId="{6D993E29-6388-93D3-24D5-F35C40C87724}"/>
          </ac:spMkLst>
        </pc:spChg>
        <pc:spChg chg="add mod">
          <ac:chgData name="munnam bhavya" userId="89817c2804f01956" providerId="LiveId" clId="{673CACA1-769E-43ED-A8F8-FA56F8482530}" dt="2026-03-02T14:33:08.464" v="1058" actId="1076"/>
          <ac:spMkLst>
            <pc:docMk/>
            <pc:sldMk cId="2568794203" sldId="258"/>
            <ac:spMk id="20" creationId="{489443B3-EC3A-6523-3E29-0626EE17239E}"/>
          </ac:spMkLst>
        </pc:spChg>
        <pc:spChg chg="add mod">
          <ac:chgData name="munnam bhavya" userId="89817c2804f01956" providerId="LiveId" clId="{673CACA1-769E-43ED-A8F8-FA56F8482530}" dt="2026-03-02T14:30:28.534" v="1046" actId="1076"/>
          <ac:spMkLst>
            <pc:docMk/>
            <pc:sldMk cId="2568794203" sldId="258"/>
            <ac:spMk id="22" creationId="{68A1EC6C-5716-6A35-C5B2-BEC8577ED54F}"/>
          </ac:spMkLst>
        </pc:spChg>
        <pc:spChg chg="add mod">
          <ac:chgData name="munnam bhavya" userId="89817c2804f01956" providerId="LiveId" clId="{673CACA1-769E-43ED-A8F8-FA56F8482530}" dt="2026-03-02T14:31:19.364" v="1049" actId="1076"/>
          <ac:spMkLst>
            <pc:docMk/>
            <pc:sldMk cId="2568794203" sldId="258"/>
            <ac:spMk id="24" creationId="{FF634637-57C2-63B7-67EF-DEDECFD321F2}"/>
          </ac:spMkLst>
        </pc:spChg>
        <pc:spChg chg="add mod">
          <ac:chgData name="munnam bhavya" userId="89817c2804f01956" providerId="LiveId" clId="{673CACA1-769E-43ED-A8F8-FA56F8482530}" dt="2026-03-11T10:12:28.618" v="1698" actId="14100"/>
          <ac:spMkLst>
            <pc:docMk/>
            <pc:sldMk cId="2568794203" sldId="258"/>
            <ac:spMk id="26" creationId="{106F4973-0590-3A3F-39B2-CCA3A58B8B88}"/>
          </ac:spMkLst>
        </pc:spChg>
        <pc:spChg chg="add mod">
          <ac:chgData name="munnam bhavya" userId="89817c2804f01956" providerId="LiveId" clId="{673CACA1-769E-43ED-A8F8-FA56F8482530}" dt="2026-03-02T14:32:13.700" v="1056" actId="1076"/>
          <ac:spMkLst>
            <pc:docMk/>
            <pc:sldMk cId="2568794203" sldId="258"/>
            <ac:spMk id="30" creationId="{ADD3B901-C438-9A47-F6F7-127ED8545F66}"/>
          </ac:spMkLst>
        </pc:spChg>
        <pc:spChg chg="add mod">
          <ac:chgData name="munnam bhavya" userId="89817c2804f01956" providerId="LiveId" clId="{673CACA1-769E-43ED-A8F8-FA56F8482530}" dt="2026-03-01T11:48:28.554" v="967" actId="1076"/>
          <ac:spMkLst>
            <pc:docMk/>
            <pc:sldMk cId="2568794203" sldId="258"/>
            <ac:spMk id="46" creationId="{4BF050C1-9716-4154-53B1-3D6F1876F7F3}"/>
          </ac:spMkLst>
        </pc:spChg>
        <pc:spChg chg="add mod">
          <ac:chgData name="munnam bhavya" userId="89817c2804f01956" providerId="LiveId" clId="{673CACA1-769E-43ED-A8F8-FA56F8482530}" dt="2026-03-01T11:48:40.653" v="969" actId="1076"/>
          <ac:spMkLst>
            <pc:docMk/>
            <pc:sldMk cId="2568794203" sldId="258"/>
            <ac:spMk id="48" creationId="{47682416-7A6B-CBD3-7C34-24EFB2D54E7B}"/>
          </ac:spMkLst>
        </pc:spChg>
        <pc:spChg chg="add mod">
          <ac:chgData name="munnam bhavya" userId="89817c2804f01956" providerId="LiveId" clId="{673CACA1-769E-43ED-A8F8-FA56F8482530}" dt="2026-03-01T11:48:52.380" v="971" actId="1076"/>
          <ac:spMkLst>
            <pc:docMk/>
            <pc:sldMk cId="2568794203" sldId="258"/>
            <ac:spMk id="50" creationId="{4D36FFA6-DD6E-3B10-97BA-FC890415E1CA}"/>
          </ac:spMkLst>
        </pc:spChg>
        <pc:spChg chg="add mod">
          <ac:chgData name="munnam bhavya" userId="89817c2804f01956" providerId="LiveId" clId="{673CACA1-769E-43ED-A8F8-FA56F8482530}" dt="2026-03-01T11:53:40.908" v="1019" actId="1076"/>
          <ac:spMkLst>
            <pc:docMk/>
            <pc:sldMk cId="2568794203" sldId="258"/>
            <ac:spMk id="52" creationId="{A9BEF071-FC63-62F0-2EB6-F7ACAE18D759}"/>
          </ac:spMkLst>
        </pc:spChg>
        <pc:spChg chg="add mod">
          <ac:chgData name="munnam bhavya" userId="89817c2804f01956" providerId="LiveId" clId="{673CACA1-769E-43ED-A8F8-FA56F8482530}" dt="2026-03-01T11:49:17.477" v="975" actId="1076"/>
          <ac:spMkLst>
            <pc:docMk/>
            <pc:sldMk cId="2568794203" sldId="258"/>
            <ac:spMk id="54" creationId="{D2A4C132-D58A-CD8F-3B32-7A586E1D5ADC}"/>
          </ac:spMkLst>
        </pc:spChg>
        <pc:spChg chg="add mod">
          <ac:chgData name="munnam bhavya" userId="89817c2804f01956" providerId="LiveId" clId="{673CACA1-769E-43ED-A8F8-FA56F8482530}" dt="2026-03-01T11:51:06.006" v="989" actId="1076"/>
          <ac:spMkLst>
            <pc:docMk/>
            <pc:sldMk cId="2568794203" sldId="258"/>
            <ac:spMk id="56" creationId="{4B998D03-D21B-8895-CDD9-5C6FDFC9C02B}"/>
          </ac:spMkLst>
        </pc:spChg>
        <pc:spChg chg="add mod">
          <ac:chgData name="munnam bhavya" userId="89817c2804f01956" providerId="LiveId" clId="{673CACA1-769E-43ED-A8F8-FA56F8482530}" dt="2026-03-02T14:30:37.023" v="1047" actId="1076"/>
          <ac:spMkLst>
            <pc:docMk/>
            <pc:sldMk cId="2568794203" sldId="258"/>
            <ac:spMk id="58" creationId="{64FD628F-955D-C2CA-D564-1157A8399E87}"/>
          </ac:spMkLst>
        </pc:spChg>
        <pc:spChg chg="add mod">
          <ac:chgData name="munnam bhavya" userId="89817c2804f01956" providerId="LiveId" clId="{673CACA1-769E-43ED-A8F8-FA56F8482530}" dt="2026-03-01T11:52:09.044" v="1005" actId="1076"/>
          <ac:spMkLst>
            <pc:docMk/>
            <pc:sldMk cId="2568794203" sldId="258"/>
            <ac:spMk id="60" creationId="{1FDD25DC-D350-789D-099F-577475275254}"/>
          </ac:spMkLst>
        </pc:spChg>
        <pc:spChg chg="add mod">
          <ac:chgData name="munnam bhavya" userId="89817c2804f01956" providerId="LiveId" clId="{673CACA1-769E-43ED-A8F8-FA56F8482530}" dt="2026-03-02T14:32:07.650" v="1055" actId="1076"/>
          <ac:spMkLst>
            <pc:docMk/>
            <pc:sldMk cId="2568794203" sldId="258"/>
            <ac:spMk id="62" creationId="{E682944F-DAE4-8A4B-DBB5-E2EB93D61E6D}"/>
          </ac:spMkLst>
        </pc:spChg>
        <pc:picChg chg="mod">
          <ac:chgData name="munnam bhavya" userId="89817c2804f01956" providerId="LiveId" clId="{673CACA1-769E-43ED-A8F8-FA56F8482530}" dt="2026-03-01T11:48:05.817" v="965" actId="14100"/>
          <ac:picMkLst>
            <pc:docMk/>
            <pc:sldMk cId="2568794203" sldId="258"/>
            <ac:picMk id="14" creationId="{303F8A94-028D-EDC8-5C3D-A36A1D4DD135}"/>
          </ac:picMkLst>
        </pc:picChg>
        <pc:picChg chg="add mod">
          <ac:chgData name="munnam bhavya" userId="89817c2804f01956" providerId="LiveId" clId="{673CACA1-769E-43ED-A8F8-FA56F8482530}" dt="2026-03-01T11:47:32.009" v="949" actId="14100"/>
          <ac:picMkLst>
            <pc:docMk/>
            <pc:sldMk cId="2568794203" sldId="258"/>
            <ac:picMk id="15" creationId="{93CB45AE-7108-E65E-05B9-EE3634336557}"/>
          </ac:picMkLst>
        </pc:picChg>
        <pc:picChg chg="mod">
          <ac:chgData name="munnam bhavya" userId="89817c2804f01956" providerId="LiveId" clId="{673CACA1-769E-43ED-A8F8-FA56F8482530}" dt="2026-03-01T11:47:34.095" v="950" actId="1076"/>
          <ac:picMkLst>
            <pc:docMk/>
            <pc:sldMk cId="2568794203" sldId="258"/>
            <ac:picMk id="16" creationId="{72AEAF09-EA9E-F9AD-ABB6-DA3BBC8A3837}"/>
          </ac:picMkLst>
        </pc:picChg>
        <pc:picChg chg="mod">
          <ac:chgData name="munnam bhavya" userId="89817c2804f01956" providerId="LiveId" clId="{673CACA1-769E-43ED-A8F8-FA56F8482530}" dt="2026-03-02T14:32:18.886" v="1057" actId="1076"/>
          <ac:picMkLst>
            <pc:docMk/>
            <pc:sldMk cId="2568794203" sldId="258"/>
            <ac:picMk id="17" creationId="{2DD9751D-8231-47BB-A956-729327BFCF70}"/>
          </ac:picMkLst>
        </pc:picChg>
        <pc:picChg chg="add mod">
          <ac:chgData name="munnam bhavya" userId="89817c2804f01956" providerId="LiveId" clId="{673CACA1-769E-43ED-A8F8-FA56F8482530}" dt="2026-03-01T11:51:17.751" v="992" actId="14100"/>
          <ac:picMkLst>
            <pc:docMk/>
            <pc:sldMk cId="2568794203" sldId="258"/>
            <ac:picMk id="27" creationId="{DBD47056-9FC2-2547-A50C-C2F2CEEF91C2}"/>
          </ac:picMkLst>
        </pc:picChg>
        <pc:picChg chg="add mod">
          <ac:chgData name="munnam bhavya" userId="89817c2804f01956" providerId="LiveId" clId="{673CACA1-769E-43ED-A8F8-FA56F8482530}" dt="2026-03-01T11:51:38.175" v="995" actId="1076"/>
          <ac:picMkLst>
            <pc:docMk/>
            <pc:sldMk cId="2568794203" sldId="258"/>
            <ac:picMk id="28" creationId="{41A67220-A5DA-FCCA-AAC8-6B3E5BCBACF0}"/>
          </ac:picMkLst>
        </pc:picChg>
        <pc:picChg chg="add mod">
          <ac:chgData name="munnam bhavya" userId="89817c2804f01956" providerId="LiveId" clId="{673CACA1-769E-43ED-A8F8-FA56F8482530}" dt="2026-03-01T11:51:59.803" v="1003" actId="1076"/>
          <ac:picMkLst>
            <pc:docMk/>
            <pc:sldMk cId="2568794203" sldId="258"/>
            <ac:picMk id="35" creationId="{84825B74-8AC7-ED51-FB53-707E4B6C8B65}"/>
          </ac:picMkLst>
        </pc:picChg>
        <pc:picChg chg="mod">
          <ac:chgData name="munnam bhavya" userId="89817c2804f01956" providerId="LiveId" clId="{673CACA1-769E-43ED-A8F8-FA56F8482530}" dt="2026-03-01T11:47:47.595" v="956" actId="1076"/>
          <ac:picMkLst>
            <pc:docMk/>
            <pc:sldMk cId="2568794203" sldId="258"/>
            <ac:picMk id="38" creationId="{6A2D0ECD-24EF-78DB-C673-B73B6B4C81E1}"/>
          </ac:picMkLst>
        </pc:picChg>
        <pc:picChg chg="add mod">
          <ac:chgData name="munnam bhavya" userId="89817c2804f01956" providerId="LiveId" clId="{673CACA1-769E-43ED-A8F8-FA56F8482530}" dt="2026-03-01T11:48:00.957" v="963" actId="1076"/>
          <ac:picMkLst>
            <pc:docMk/>
            <pc:sldMk cId="2568794203" sldId="258"/>
            <ac:picMk id="43" creationId="{0EDBEE58-B060-F5A4-BA65-F3C88CC714A8}"/>
          </ac:picMkLst>
        </pc:picChg>
        <pc:cxnChg chg="add mod">
          <ac:chgData name="munnam bhavya" userId="89817c2804f01956" providerId="LiveId" clId="{673CACA1-769E-43ED-A8F8-FA56F8482530}" dt="2026-03-10T09:59:57.643" v="1196" actId="14100"/>
          <ac:cxnSpMkLst>
            <pc:docMk/>
            <pc:sldMk cId="2568794203" sldId="258"/>
            <ac:cxnSpMk id="66" creationId="{B785561B-7CE0-1FAE-EEE1-C4081B792567}"/>
          </ac:cxnSpMkLst>
        </pc:cxnChg>
        <pc:cxnChg chg="add mod">
          <ac:chgData name="munnam bhavya" userId="89817c2804f01956" providerId="LiveId" clId="{673CACA1-769E-43ED-A8F8-FA56F8482530}" dt="2026-03-10T09:59:45.809" v="1194" actId="14100"/>
          <ac:cxnSpMkLst>
            <pc:docMk/>
            <pc:sldMk cId="2568794203" sldId="258"/>
            <ac:cxnSpMk id="68" creationId="{AF3CA0F7-FCA0-2531-B963-66CD1E0EB4E9}"/>
          </ac:cxnSpMkLst>
        </pc:cxnChg>
        <pc:cxnChg chg="add mod">
          <ac:chgData name="munnam bhavya" userId="89817c2804f01956" providerId="LiveId" clId="{673CACA1-769E-43ED-A8F8-FA56F8482530}" dt="2026-03-10T09:59:53.300" v="1195" actId="14100"/>
          <ac:cxnSpMkLst>
            <pc:docMk/>
            <pc:sldMk cId="2568794203" sldId="258"/>
            <ac:cxnSpMk id="70" creationId="{8269FE80-8CD8-B9EF-CFF0-9AF86C0AF7C6}"/>
          </ac:cxnSpMkLst>
        </pc:cxnChg>
        <pc:cxnChg chg="add mod">
          <ac:chgData name="munnam bhavya" userId="89817c2804f01956" providerId="LiveId" clId="{673CACA1-769E-43ED-A8F8-FA56F8482530}" dt="2026-03-01T11:52:58.474" v="1013" actId="14100"/>
          <ac:cxnSpMkLst>
            <pc:docMk/>
            <pc:sldMk cId="2568794203" sldId="258"/>
            <ac:cxnSpMk id="72" creationId="{94D87486-5B6B-8C2A-A3B7-62F6819EDE38}"/>
          </ac:cxnSpMkLst>
        </pc:cxnChg>
        <pc:cxnChg chg="add">
          <ac:chgData name="munnam bhavya" userId="89817c2804f01956" providerId="LiveId" clId="{673CACA1-769E-43ED-A8F8-FA56F8482530}" dt="2026-03-01T11:53:17.819" v="1016" actId="11529"/>
          <ac:cxnSpMkLst>
            <pc:docMk/>
            <pc:sldMk cId="2568794203" sldId="258"/>
            <ac:cxnSpMk id="77" creationId="{5974D0EF-8581-5657-2D46-92B4D8450C5E}"/>
          </ac:cxnSpMkLst>
        </pc:cxnChg>
        <pc:cxnChg chg="add mod">
          <ac:chgData name="munnam bhavya" userId="89817c2804f01956" providerId="LiveId" clId="{673CACA1-769E-43ED-A8F8-FA56F8482530}" dt="2026-03-01T11:53:46.797" v="1020" actId="14100"/>
          <ac:cxnSpMkLst>
            <pc:docMk/>
            <pc:sldMk cId="2568794203" sldId="258"/>
            <ac:cxnSpMk id="79" creationId="{7614C85F-A01A-AEC0-55D4-054D4282AB2D}"/>
          </ac:cxnSpMkLst>
        </pc:cxnChg>
        <pc:cxnChg chg="add mod">
          <ac:chgData name="munnam bhavya" userId="89817c2804f01956" providerId="LiveId" clId="{673CACA1-769E-43ED-A8F8-FA56F8482530}" dt="2026-03-01T11:54:29.839" v="1028" actId="14100"/>
          <ac:cxnSpMkLst>
            <pc:docMk/>
            <pc:sldMk cId="2568794203" sldId="258"/>
            <ac:cxnSpMk id="83" creationId="{85824311-65D8-1558-E228-A42DC83D84E4}"/>
          </ac:cxnSpMkLst>
        </pc:cxnChg>
        <pc:cxnChg chg="add">
          <ac:chgData name="munnam bhavya" userId="89817c2804f01956" providerId="LiveId" clId="{673CACA1-769E-43ED-A8F8-FA56F8482530}" dt="2026-03-01T11:54:18.108" v="1027" actId="11529"/>
          <ac:cxnSpMkLst>
            <pc:docMk/>
            <pc:sldMk cId="2568794203" sldId="258"/>
            <ac:cxnSpMk id="90" creationId="{A0B796C3-0872-B285-E701-23B23BCF404E}"/>
          </ac:cxnSpMkLst>
        </pc:cxnChg>
      </pc:sldChg>
      <pc:sldChg chg="addSp modSp mod">
        <pc:chgData name="munnam bhavya" userId="89817c2804f01956" providerId="LiveId" clId="{673CACA1-769E-43ED-A8F8-FA56F8482530}" dt="2026-03-11T09:15:50.790" v="1393" actId="14100"/>
        <pc:sldMkLst>
          <pc:docMk/>
          <pc:sldMk cId="1250228370" sldId="259"/>
        </pc:sldMkLst>
        <pc:spChg chg="mod">
          <ac:chgData name="munnam bhavya" userId="89817c2804f01956" providerId="LiveId" clId="{673CACA1-769E-43ED-A8F8-FA56F8482530}" dt="2026-03-01T09:34:52.917" v="138" actId="14100"/>
          <ac:spMkLst>
            <pc:docMk/>
            <pc:sldMk cId="1250228370" sldId="259"/>
            <ac:spMk id="2" creationId="{CB10BA08-8E47-AB9A-77A7-F10FCE906039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6" creationId="{1A7D5522-46F1-4F74-5D4A-490468A214D9}"/>
          </ac:spMkLst>
        </pc:spChg>
        <pc:spChg chg="mod">
          <ac:chgData name="munnam bhavya" userId="89817c2804f01956" providerId="LiveId" clId="{673CACA1-769E-43ED-A8F8-FA56F8482530}" dt="2026-03-01T09:28:34.620" v="35" actId="1076"/>
          <ac:spMkLst>
            <pc:docMk/>
            <pc:sldMk cId="1250228370" sldId="259"/>
            <ac:spMk id="8" creationId="{6D307C2A-B267-C4AC-F7E0-F702086E26AA}"/>
          </ac:spMkLst>
        </pc:spChg>
        <pc:spChg chg="mod">
          <ac:chgData name="munnam bhavya" userId="89817c2804f01956" providerId="LiveId" clId="{673CACA1-769E-43ED-A8F8-FA56F8482530}" dt="2026-03-01T09:35:19.228" v="140" actId="1076"/>
          <ac:spMkLst>
            <pc:docMk/>
            <pc:sldMk cId="1250228370" sldId="259"/>
            <ac:spMk id="14" creationId="{35DC301C-0F5B-6314-44DE-A018D8BF33AE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21" creationId="{2CC99F22-960A-34F3-CB72-F8C97EAD08DE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26" creationId="{1239FDA0-AB73-7F0E-581C-D91E1BA2DD73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35" creationId="{4171CCFD-26F9-5275-3A15-0D1A7213CB22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40" creationId="{99AD80A7-14DC-2612-B87D-1AA8CD227132}"/>
          </ac:spMkLst>
        </pc:spChg>
        <pc:spChg chg="mod">
          <ac:chgData name="munnam bhavya" userId="89817c2804f01956" providerId="LiveId" clId="{673CACA1-769E-43ED-A8F8-FA56F8482530}" dt="2026-03-01T09:37:28.177" v="155" actId="1076"/>
          <ac:spMkLst>
            <pc:docMk/>
            <pc:sldMk cId="1250228370" sldId="259"/>
            <ac:spMk id="51" creationId="{9738C6A9-08F4-0234-9E5D-081D98E1EE72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56" creationId="{564AE9DF-B5E7-BFC2-16B3-5B2CA3DEA229}"/>
          </ac:spMkLst>
        </pc:spChg>
        <pc:spChg chg="mod">
          <ac:chgData name="munnam bhavya" userId="89817c2804f01956" providerId="LiveId" clId="{673CACA1-769E-43ED-A8F8-FA56F8482530}" dt="2026-03-01T09:27:33.968" v="29" actId="20577"/>
          <ac:spMkLst>
            <pc:docMk/>
            <pc:sldMk cId="1250228370" sldId="259"/>
            <ac:spMk id="64" creationId="{344C3027-77E2-8D16-1D3F-38CA4D785D21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67" creationId="{18E8F9F2-5C80-BD0E-B4D1-429F01C7EAE0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74" creationId="{08EFD69E-FEFD-8A1E-CCC6-1693CA132F9D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79" creationId="{613C275D-FE98-10AC-F823-EDBF2968C3BA}"/>
          </ac:spMkLst>
        </pc:spChg>
        <pc:spChg chg="mod">
          <ac:chgData name="munnam bhavya" userId="89817c2804f01956" providerId="LiveId" clId="{673CACA1-769E-43ED-A8F8-FA56F8482530}" dt="2026-03-01T09:24:14.844" v="0"/>
          <ac:spMkLst>
            <pc:docMk/>
            <pc:sldMk cId="1250228370" sldId="259"/>
            <ac:spMk id="81" creationId="{9C97F9E7-271D-DB57-ABBD-5C5B7BD0D48B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92" creationId="{5019D48A-526C-C564-4B56-A6ECCC674B42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96" creationId="{94383F5B-0BFB-807D-EED4-D3D25C6C357B}"/>
          </ac:spMkLst>
        </pc:spChg>
        <pc:spChg chg="mod">
          <ac:chgData name="munnam bhavya" userId="89817c2804f01956" providerId="LiveId" clId="{673CACA1-769E-43ED-A8F8-FA56F8482530}" dt="2026-03-01T09:28:25.846" v="34" actId="1076"/>
          <ac:spMkLst>
            <pc:docMk/>
            <pc:sldMk cId="1250228370" sldId="259"/>
            <ac:spMk id="98" creationId="{7777CA8F-C9D3-230A-E155-ECB17C8B96D8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100" creationId="{2B16E56F-B24F-4DF9-5355-552FD8217834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101" creationId="{53A1BEA7-7EEF-B429-CC21-5E3C05DA904A}"/>
          </ac:spMkLst>
        </pc:spChg>
        <pc:spChg chg="mod">
          <ac:chgData name="munnam bhavya" userId="89817c2804f01956" providerId="LiveId" clId="{673CACA1-769E-43ED-A8F8-FA56F8482530}" dt="2026-03-11T09:15:50.790" v="1393" actId="14100"/>
          <ac:spMkLst>
            <pc:docMk/>
            <pc:sldMk cId="1250228370" sldId="259"/>
            <ac:spMk id="109" creationId="{9E647472-2BF1-6EB8-7C07-4640A89FE682}"/>
          </ac:spMkLst>
        </pc:spChg>
        <pc:spChg chg="mod">
          <ac:chgData name="munnam bhavya" userId="89817c2804f01956" providerId="LiveId" clId="{673CACA1-769E-43ED-A8F8-FA56F8482530}" dt="2026-03-04T14:38:45.642" v="1092" actId="20577"/>
          <ac:spMkLst>
            <pc:docMk/>
            <pc:sldMk cId="1250228370" sldId="259"/>
            <ac:spMk id="111" creationId="{F287C27D-605A-241D-AFFF-84FC5275DB2A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117" creationId="{C831F729-B40F-277D-60AA-2E80FB884A4C}"/>
          </ac:spMkLst>
        </pc:spChg>
        <pc:spChg chg="mod">
          <ac:chgData name="munnam bhavya" userId="89817c2804f01956" providerId="LiveId" clId="{673CACA1-769E-43ED-A8F8-FA56F8482530}" dt="2026-03-01T09:33:06.307" v="127" actId="14100"/>
          <ac:spMkLst>
            <pc:docMk/>
            <pc:sldMk cId="1250228370" sldId="259"/>
            <ac:spMk id="118" creationId="{D9FBF4C8-C2B7-1798-B2BC-DCC34C63B61F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123" creationId="{38E508A4-F00D-E8C7-A3AB-3F507723EA2F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124" creationId="{8572BE16-DB04-0949-07AC-65071F6B8843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126" creationId="{1F4DB9D4-B3AC-0D74-3827-01037E210BC3}"/>
          </ac:spMkLst>
        </pc:spChg>
        <pc:spChg chg="mod">
          <ac:chgData name="munnam bhavya" userId="89817c2804f01956" providerId="LiveId" clId="{673CACA1-769E-43ED-A8F8-FA56F8482530}" dt="2026-03-01T09:26:19.686" v="10"/>
          <ac:spMkLst>
            <pc:docMk/>
            <pc:sldMk cId="1250228370" sldId="259"/>
            <ac:spMk id="128" creationId="{106E102A-59DF-91E0-101E-553688622A49}"/>
          </ac:spMkLst>
        </pc:spChg>
        <pc:spChg chg="add mod">
          <ac:chgData name="munnam bhavya" userId="89817c2804f01956" providerId="LiveId" clId="{673CACA1-769E-43ED-A8F8-FA56F8482530}" dt="2026-03-01T09:32:58.452" v="126" actId="1076"/>
          <ac:spMkLst>
            <pc:docMk/>
            <pc:sldMk cId="1250228370" sldId="259"/>
            <ac:spMk id="142" creationId="{BAF43C1A-1358-96C7-CFC7-D53AE49B851D}"/>
          </ac:spMkLst>
        </pc:spChg>
        <pc:spChg chg="add mod">
          <ac:chgData name="munnam bhavya" userId="89817c2804f01956" providerId="LiveId" clId="{673CACA1-769E-43ED-A8F8-FA56F8482530}" dt="2026-03-01T09:32:38.400" v="123" actId="20577"/>
          <ac:spMkLst>
            <pc:docMk/>
            <pc:sldMk cId="1250228370" sldId="259"/>
            <ac:spMk id="143" creationId="{57B484D0-CBC7-9220-8A8A-6B21CC5DBABF}"/>
          </ac:spMkLst>
        </pc:spChg>
        <pc:grpChg chg="mod">
          <ac:chgData name="munnam bhavya" userId="89817c2804f01956" providerId="LiveId" clId="{673CACA1-769E-43ED-A8F8-FA56F8482530}" dt="2026-03-01T09:35:36.174" v="143" actId="14100"/>
          <ac:grpSpMkLst>
            <pc:docMk/>
            <pc:sldMk cId="1250228370" sldId="259"/>
            <ac:grpSpMk id="3" creationId="{A5DCA18D-A4DF-E067-BF27-6FA26584DDE7}"/>
          </ac:grpSpMkLst>
        </pc:grpChg>
        <pc:grpChg chg="mod">
          <ac:chgData name="munnam bhavya" userId="89817c2804f01956" providerId="LiveId" clId="{673CACA1-769E-43ED-A8F8-FA56F8482530}" dt="2026-03-01T09:36:14.763" v="148" actId="14100"/>
          <ac:grpSpMkLst>
            <pc:docMk/>
            <pc:sldMk cId="1250228370" sldId="259"/>
            <ac:grpSpMk id="91" creationId="{09498420-187D-172B-FD99-9BE8F18A31F3}"/>
          </ac:grpSpMkLst>
        </pc:grpChg>
        <pc:cxnChg chg="add mod">
          <ac:chgData name="munnam bhavya" userId="89817c2804f01956" providerId="LiveId" clId="{673CACA1-769E-43ED-A8F8-FA56F8482530}" dt="2026-03-01T11:33:20.707" v="856" actId="14100"/>
          <ac:cxnSpMkLst>
            <pc:docMk/>
            <pc:sldMk cId="1250228370" sldId="259"/>
            <ac:cxnSpMk id="145" creationId="{DCA01473-57D0-7EE0-3955-39048DA72BC6}"/>
          </ac:cxnSpMkLst>
        </pc:cxnChg>
      </pc:sldChg>
      <pc:sldChg chg="addSp delSp modSp new mod">
        <pc:chgData name="munnam bhavya" userId="89817c2804f01956" providerId="LiveId" clId="{673CACA1-769E-43ED-A8F8-FA56F8482530}" dt="2026-03-04T14:40:01.680" v="1093" actId="1076"/>
        <pc:sldMkLst>
          <pc:docMk/>
          <pc:sldMk cId="3606680124" sldId="260"/>
        </pc:sldMkLst>
        <pc:spChg chg="add mod">
          <ac:chgData name="munnam bhavya" userId="89817c2804f01956" providerId="LiveId" clId="{673CACA1-769E-43ED-A8F8-FA56F8482530}" dt="2026-03-01T10:44:10.996" v="524" actId="1076"/>
          <ac:spMkLst>
            <pc:docMk/>
            <pc:sldMk cId="3606680124" sldId="260"/>
            <ac:spMk id="3" creationId="{133EAFCA-2542-7518-885F-06AF1005E69A}"/>
          </ac:spMkLst>
        </pc:spChg>
        <pc:spChg chg="add mod">
          <ac:chgData name="munnam bhavya" userId="89817c2804f01956" providerId="LiveId" clId="{673CACA1-769E-43ED-A8F8-FA56F8482530}" dt="2026-03-01T10:44:15.219" v="525" actId="1076"/>
          <ac:spMkLst>
            <pc:docMk/>
            <pc:sldMk cId="3606680124" sldId="260"/>
            <ac:spMk id="11" creationId="{5FEFC55B-8B22-4D61-498F-B87F7AC49628}"/>
          </ac:spMkLst>
        </pc:spChg>
        <pc:spChg chg="add mod">
          <ac:chgData name="munnam bhavya" userId="89817c2804f01956" providerId="LiveId" clId="{673CACA1-769E-43ED-A8F8-FA56F8482530}" dt="2026-03-01T10:11:48.716" v="415" actId="1076"/>
          <ac:spMkLst>
            <pc:docMk/>
            <pc:sldMk cId="3606680124" sldId="260"/>
            <ac:spMk id="13" creationId="{09F745CA-C5FD-31B6-5CF0-83E17FBF2346}"/>
          </ac:spMkLst>
        </pc:spChg>
        <pc:spChg chg="add mod">
          <ac:chgData name="munnam bhavya" userId="89817c2804f01956" providerId="LiveId" clId="{673CACA1-769E-43ED-A8F8-FA56F8482530}" dt="2026-03-01T10:11:12.478" v="410" actId="113"/>
          <ac:spMkLst>
            <pc:docMk/>
            <pc:sldMk cId="3606680124" sldId="260"/>
            <ac:spMk id="14" creationId="{2BAD2B55-9488-C888-E275-C6C3D4C9223C}"/>
          </ac:spMkLst>
        </pc:spChg>
        <pc:spChg chg="add mod">
          <ac:chgData name="munnam bhavya" userId="89817c2804f01956" providerId="LiveId" clId="{673CACA1-769E-43ED-A8F8-FA56F8482530}" dt="2026-03-01T10:11:07.199" v="408" actId="113"/>
          <ac:spMkLst>
            <pc:docMk/>
            <pc:sldMk cId="3606680124" sldId="260"/>
            <ac:spMk id="26" creationId="{5A053134-23B3-8BAB-3D30-A3ABB1C4B8A5}"/>
          </ac:spMkLst>
        </pc:spChg>
        <pc:spChg chg="add mod">
          <ac:chgData name="munnam bhavya" userId="89817c2804f01956" providerId="LiveId" clId="{673CACA1-769E-43ED-A8F8-FA56F8482530}" dt="2026-03-04T14:40:01.680" v="1093" actId="1076"/>
          <ac:spMkLst>
            <pc:docMk/>
            <pc:sldMk cId="3606680124" sldId="260"/>
            <ac:spMk id="27" creationId="{03C4DC56-18A4-1DF0-6E6B-03C6F94A61E8}"/>
          </ac:spMkLst>
        </pc:spChg>
        <pc:spChg chg="add mod">
          <ac:chgData name="munnam bhavya" userId="89817c2804f01956" providerId="LiveId" clId="{673CACA1-769E-43ED-A8F8-FA56F8482530}" dt="2026-03-01T10:09:42.727" v="397" actId="14100"/>
          <ac:spMkLst>
            <pc:docMk/>
            <pc:sldMk cId="3606680124" sldId="260"/>
            <ac:spMk id="29" creationId="{CC8D9817-E7BA-A3E9-9AE7-204D19214809}"/>
          </ac:spMkLst>
        </pc:spChg>
        <pc:spChg chg="add mod">
          <ac:chgData name="munnam bhavya" userId="89817c2804f01956" providerId="LiveId" clId="{673CACA1-769E-43ED-A8F8-FA56F8482530}" dt="2026-03-01T10:10:53.134" v="406" actId="14100"/>
          <ac:spMkLst>
            <pc:docMk/>
            <pc:sldMk cId="3606680124" sldId="260"/>
            <ac:spMk id="31" creationId="{15883932-5C3E-A1F8-A0E6-B7CA8BCE7B82}"/>
          </ac:spMkLst>
        </pc:spChg>
        <pc:spChg chg="add mod">
          <ac:chgData name="munnam bhavya" userId="89817c2804f01956" providerId="LiveId" clId="{673CACA1-769E-43ED-A8F8-FA56F8482530}" dt="2026-03-01T10:11:27.437" v="412" actId="1076"/>
          <ac:spMkLst>
            <pc:docMk/>
            <pc:sldMk cId="3606680124" sldId="260"/>
            <ac:spMk id="32" creationId="{D113C91A-0215-C79C-7460-05B8ED10A911}"/>
          </ac:spMkLst>
        </pc:spChg>
        <pc:spChg chg="add mod">
          <ac:chgData name="munnam bhavya" userId="89817c2804f01956" providerId="LiveId" clId="{673CACA1-769E-43ED-A8F8-FA56F8482530}" dt="2026-03-01T10:11:54.605" v="416" actId="1076"/>
          <ac:spMkLst>
            <pc:docMk/>
            <pc:sldMk cId="3606680124" sldId="260"/>
            <ac:spMk id="33" creationId="{457E55F4-897B-7894-A99B-AB8B92947DDC}"/>
          </ac:spMkLst>
        </pc:spChg>
        <pc:picChg chg="add mod">
          <ac:chgData name="munnam bhavya" userId="89817c2804f01956" providerId="LiveId" clId="{673CACA1-769E-43ED-A8F8-FA56F8482530}" dt="2026-03-04T14:37:18.211" v="1089" actId="14100"/>
          <ac:picMkLst>
            <pc:docMk/>
            <pc:sldMk cId="3606680124" sldId="260"/>
            <ac:picMk id="4" creationId="{AC6BB8FC-81B6-3816-EF6D-7CB594A2E198}"/>
          </ac:picMkLst>
        </pc:picChg>
        <pc:picChg chg="add mod">
          <ac:chgData name="munnam bhavya" userId="89817c2804f01956" providerId="LiveId" clId="{673CACA1-769E-43ED-A8F8-FA56F8482530}" dt="2026-03-04T14:37:12.671" v="1088" actId="14100"/>
          <ac:picMkLst>
            <pc:docMk/>
            <pc:sldMk cId="3606680124" sldId="260"/>
            <ac:picMk id="5" creationId="{54688009-98EA-8A3C-9998-B57773D4EE73}"/>
          </ac:picMkLst>
        </pc:picChg>
        <pc:picChg chg="add mod">
          <ac:chgData name="munnam bhavya" userId="89817c2804f01956" providerId="LiveId" clId="{673CACA1-769E-43ED-A8F8-FA56F8482530}" dt="2026-03-01T10:03:49.381" v="350" actId="1076"/>
          <ac:picMkLst>
            <pc:docMk/>
            <pc:sldMk cId="3606680124" sldId="260"/>
            <ac:picMk id="10" creationId="{99CBB1D8-A273-A67C-0291-E80ABD627E67}"/>
          </ac:picMkLst>
        </pc:picChg>
        <pc:picChg chg="add mod">
          <ac:chgData name="munnam bhavya" userId="89817c2804f01956" providerId="LiveId" clId="{673CACA1-769E-43ED-A8F8-FA56F8482530}" dt="2026-03-01T10:03:44.953" v="349" actId="1076"/>
          <ac:picMkLst>
            <pc:docMk/>
            <pc:sldMk cId="3606680124" sldId="260"/>
            <ac:picMk id="12" creationId="{EF186CA8-DCE9-E7AE-76AD-35F28C6F3E01}"/>
          </ac:picMkLst>
        </pc:picChg>
        <pc:picChg chg="add mod">
          <ac:chgData name="munnam bhavya" userId="89817c2804f01956" providerId="LiveId" clId="{673CACA1-769E-43ED-A8F8-FA56F8482530}" dt="2026-03-01T10:04:12.903" v="359" actId="14100"/>
          <ac:picMkLst>
            <pc:docMk/>
            <pc:sldMk cId="3606680124" sldId="260"/>
            <ac:picMk id="15" creationId="{B5C6569E-9AA5-215E-3CE3-7EABBB24A56A}"/>
          </ac:picMkLst>
        </pc:picChg>
        <pc:picChg chg="add mod">
          <ac:chgData name="munnam bhavya" userId="89817c2804f01956" providerId="LiveId" clId="{673CACA1-769E-43ED-A8F8-FA56F8482530}" dt="2026-03-01T10:04:15.413" v="361" actId="14100"/>
          <ac:picMkLst>
            <pc:docMk/>
            <pc:sldMk cId="3606680124" sldId="260"/>
            <ac:picMk id="16" creationId="{02E7A0A0-8FDD-37C7-EB96-C062492D2C9A}"/>
          </ac:picMkLst>
        </pc:picChg>
        <pc:cxnChg chg="add mod">
          <ac:chgData name="munnam bhavya" userId="89817c2804f01956" providerId="LiveId" clId="{673CACA1-769E-43ED-A8F8-FA56F8482530}" dt="2026-03-04T14:37:07.661" v="1087" actId="1076"/>
          <ac:cxnSpMkLst>
            <pc:docMk/>
            <pc:sldMk cId="3606680124" sldId="260"/>
            <ac:cxnSpMk id="18" creationId="{E640D86F-81B1-52E3-5125-842BE10FB8F1}"/>
          </ac:cxnSpMkLst>
        </pc:cxnChg>
      </pc:sldChg>
      <pc:sldChg chg="addSp delSp modSp new mod">
        <pc:chgData name="munnam bhavya" userId="89817c2804f01956" providerId="LiveId" clId="{673CACA1-769E-43ED-A8F8-FA56F8482530}" dt="2026-03-02T15:43:32.066" v="1070" actId="1076"/>
        <pc:sldMkLst>
          <pc:docMk/>
          <pc:sldMk cId="1638191280" sldId="261"/>
        </pc:sldMkLst>
        <pc:spChg chg="add mod">
          <ac:chgData name="munnam bhavya" userId="89817c2804f01956" providerId="LiveId" clId="{673CACA1-769E-43ED-A8F8-FA56F8482530}" dt="2026-03-02T15:41:40.963" v="1065" actId="1076"/>
          <ac:spMkLst>
            <pc:docMk/>
            <pc:sldMk cId="1638191280" sldId="261"/>
            <ac:spMk id="2" creationId="{1D535CDD-9C93-E2EB-F01E-C7CBE6AE5185}"/>
          </ac:spMkLst>
        </pc:spChg>
        <pc:spChg chg="add mod">
          <ac:chgData name="munnam bhavya" userId="89817c2804f01956" providerId="LiveId" clId="{673CACA1-769E-43ED-A8F8-FA56F8482530}" dt="2026-03-02T15:43:32.066" v="1070" actId="1076"/>
          <ac:spMkLst>
            <pc:docMk/>
            <pc:sldMk cId="1638191280" sldId="261"/>
            <ac:spMk id="3" creationId="{C470231B-25CB-4768-E7AC-6A0FC8DE6619}"/>
          </ac:spMkLst>
        </pc:spChg>
      </pc:sldChg>
      <pc:sldChg chg="addSp delSp modSp new mod">
        <pc:chgData name="munnam bhavya" userId="89817c2804f01956" providerId="LiveId" clId="{673CACA1-769E-43ED-A8F8-FA56F8482530}" dt="2026-03-01T10:38:45.474" v="504" actId="1076"/>
        <pc:sldMkLst>
          <pc:docMk/>
          <pc:sldMk cId="3309167760" sldId="262"/>
        </pc:sldMkLst>
        <pc:spChg chg="add">
          <ac:chgData name="munnam bhavya" userId="89817c2804f01956" providerId="LiveId" clId="{673CACA1-769E-43ED-A8F8-FA56F8482530}" dt="2026-03-01T10:34:53.888" v="466"/>
          <ac:spMkLst>
            <pc:docMk/>
            <pc:sldMk cId="3309167760" sldId="262"/>
            <ac:spMk id="2" creationId="{6FFD12E8-E657-A60E-DE2B-89ADD6177D3D}"/>
          </ac:spMkLst>
        </pc:spChg>
        <pc:spChg chg="add mod">
          <ac:chgData name="munnam bhavya" userId="89817c2804f01956" providerId="LiveId" clId="{673CACA1-769E-43ED-A8F8-FA56F8482530}" dt="2026-03-01T10:38:33.474" v="502" actId="1076"/>
          <ac:spMkLst>
            <pc:docMk/>
            <pc:sldMk cId="3309167760" sldId="262"/>
            <ac:spMk id="7" creationId="{B276C7D6-096D-D04C-870D-B2C538318F14}"/>
          </ac:spMkLst>
        </pc:spChg>
        <pc:picChg chg="add mod">
          <ac:chgData name="munnam bhavya" userId="89817c2804f01956" providerId="LiveId" clId="{673CACA1-769E-43ED-A8F8-FA56F8482530}" dt="2026-03-01T10:38:45.474" v="504" actId="1076"/>
          <ac:picMkLst>
            <pc:docMk/>
            <pc:sldMk cId="3309167760" sldId="262"/>
            <ac:picMk id="5" creationId="{1C229821-7427-C2FC-D79B-3E5E08A4F45B}"/>
          </ac:picMkLst>
        </pc:picChg>
      </pc:sldChg>
      <pc:sldChg chg="addSp delSp modSp new mod">
        <pc:chgData name="munnam bhavya" userId="89817c2804f01956" providerId="LiveId" clId="{673CACA1-769E-43ED-A8F8-FA56F8482530}" dt="2026-03-11T15:21:12.951" v="1956" actId="14100"/>
        <pc:sldMkLst>
          <pc:docMk/>
          <pc:sldMk cId="418107369" sldId="263"/>
        </pc:sldMkLst>
        <pc:spChg chg="add mod">
          <ac:chgData name="munnam bhavya" userId="89817c2804f01956" providerId="LiveId" clId="{673CACA1-769E-43ED-A8F8-FA56F8482530}" dt="2026-03-11T12:01:46.367" v="1951" actId="1076"/>
          <ac:spMkLst>
            <pc:docMk/>
            <pc:sldMk cId="418107369" sldId="263"/>
            <ac:spMk id="2" creationId="{E20CB37D-48EC-3232-FDA3-638D25484978}"/>
          </ac:spMkLst>
        </pc:spChg>
        <pc:spChg chg="add mod">
          <ac:chgData name="munnam bhavya" userId="89817c2804f01956" providerId="LiveId" clId="{673CACA1-769E-43ED-A8F8-FA56F8482530}" dt="2026-03-11T12:01:53.619" v="1952" actId="1076"/>
          <ac:spMkLst>
            <pc:docMk/>
            <pc:sldMk cId="418107369" sldId="263"/>
            <ac:spMk id="3" creationId="{F3819BE6-C378-20BB-3EFD-1001B65F53D5}"/>
          </ac:spMkLst>
        </pc:spChg>
        <pc:spChg chg="del mod">
          <ac:chgData name="munnam bhavya" userId="89817c2804f01956" providerId="LiveId" clId="{673CACA1-769E-43ED-A8F8-FA56F8482530}" dt="2026-03-11T11:25:05.649" v="1818" actId="478"/>
          <ac:spMkLst>
            <pc:docMk/>
            <pc:sldMk cId="418107369" sldId="263"/>
            <ac:spMk id="4" creationId="{B785E819-24F1-A664-39E6-A14553FFF16D}"/>
          </ac:spMkLst>
        </pc:spChg>
        <pc:spChg chg="mod">
          <ac:chgData name="munnam bhavya" userId="89817c2804f01956" providerId="LiveId" clId="{673CACA1-769E-43ED-A8F8-FA56F8482530}" dt="2026-03-11T09:20:26.016" v="1427" actId="1076"/>
          <ac:spMkLst>
            <pc:docMk/>
            <pc:sldMk cId="418107369" sldId="263"/>
            <ac:spMk id="6" creationId="{5D3B3F22-DFEC-9FA2-AB3B-C1DE6478BE14}"/>
          </ac:spMkLst>
        </pc:spChg>
        <pc:spChg chg="mod">
          <ac:chgData name="munnam bhavya" userId="89817c2804f01956" providerId="LiveId" clId="{673CACA1-769E-43ED-A8F8-FA56F8482530}" dt="2026-03-11T11:25:06.809" v="1819" actId="6549"/>
          <ac:spMkLst>
            <pc:docMk/>
            <pc:sldMk cId="418107369" sldId="263"/>
            <ac:spMk id="7" creationId="{7A0199ED-DFEA-B778-24FE-39396EB96867}"/>
          </ac:spMkLst>
        </pc:spChg>
        <pc:spChg chg="mod">
          <ac:chgData name="munnam bhavya" userId="89817c2804f01956" providerId="LiveId" clId="{673CACA1-769E-43ED-A8F8-FA56F8482530}" dt="2026-03-11T09:20:13.271" v="1425" actId="1076"/>
          <ac:spMkLst>
            <pc:docMk/>
            <pc:sldMk cId="418107369" sldId="263"/>
            <ac:spMk id="8" creationId="{6F528D0C-908F-BB0B-A370-7EC8143672F7}"/>
          </ac:spMkLst>
        </pc:spChg>
        <pc:spChg chg="mod">
          <ac:chgData name="munnam bhavya" userId="89817c2804f01956" providerId="LiveId" clId="{673CACA1-769E-43ED-A8F8-FA56F8482530}" dt="2026-03-11T11:52:30.148" v="1863"/>
          <ac:spMkLst>
            <pc:docMk/>
            <pc:sldMk cId="418107369" sldId="263"/>
            <ac:spMk id="8" creationId="{89C45777-9759-898D-B9F5-C50E811FF8F2}"/>
          </ac:spMkLst>
        </pc:spChg>
        <pc:spChg chg="mod">
          <ac:chgData name="munnam bhavya" userId="89817c2804f01956" providerId="LiveId" clId="{673CACA1-769E-43ED-A8F8-FA56F8482530}" dt="2026-03-11T09:20:10.296" v="1424" actId="1076"/>
          <ac:spMkLst>
            <pc:docMk/>
            <pc:sldMk cId="418107369" sldId="263"/>
            <ac:spMk id="9" creationId="{AA9DF7CE-E362-FA95-DEC9-8D800D1ABFF7}"/>
          </ac:spMkLst>
        </pc:spChg>
        <pc:spChg chg="mod">
          <ac:chgData name="munnam bhavya" userId="89817c2804f01956" providerId="LiveId" clId="{673CACA1-769E-43ED-A8F8-FA56F8482530}" dt="2026-03-11T09:20:06.366" v="1423" actId="1076"/>
          <ac:spMkLst>
            <pc:docMk/>
            <pc:sldMk cId="418107369" sldId="263"/>
            <ac:spMk id="10" creationId="{E42367D4-39FD-4074-39EB-8B489FB51E7A}"/>
          </ac:spMkLst>
        </pc:spChg>
        <pc:spChg chg="mod">
          <ac:chgData name="munnam bhavya" userId="89817c2804f01956" providerId="LiveId" clId="{673CACA1-769E-43ED-A8F8-FA56F8482530}" dt="2026-03-11T11:52:30.148" v="1863"/>
          <ac:spMkLst>
            <pc:docMk/>
            <pc:sldMk cId="418107369" sldId="263"/>
            <ac:spMk id="11" creationId="{C14337FA-792E-B112-349E-9C85BFACFB39}"/>
          </ac:spMkLst>
        </pc:spChg>
        <pc:spChg chg="mod">
          <ac:chgData name="munnam bhavya" userId="89817c2804f01956" providerId="LiveId" clId="{673CACA1-769E-43ED-A8F8-FA56F8482530}" dt="2026-03-11T09:20:02.669" v="1422" actId="1076"/>
          <ac:spMkLst>
            <pc:docMk/>
            <pc:sldMk cId="418107369" sldId="263"/>
            <ac:spMk id="11" creationId="{DF6BC3C8-F660-6348-05C1-97F69A7FC102}"/>
          </ac:spMkLst>
        </pc:spChg>
        <pc:spChg chg="mod">
          <ac:chgData name="munnam bhavya" userId="89817c2804f01956" providerId="LiveId" clId="{673CACA1-769E-43ED-A8F8-FA56F8482530}" dt="2026-03-11T11:52:30.148" v="1863"/>
          <ac:spMkLst>
            <pc:docMk/>
            <pc:sldMk cId="418107369" sldId="263"/>
            <ac:spMk id="12" creationId="{FF1C7C40-9CD4-6A79-511E-574730EA20BC}"/>
          </ac:spMkLst>
        </pc:spChg>
        <pc:spChg chg="mod">
          <ac:chgData name="munnam bhavya" userId="89817c2804f01956" providerId="LiveId" clId="{673CACA1-769E-43ED-A8F8-FA56F8482530}" dt="2026-03-11T09:19:09.707" v="1415"/>
          <ac:spMkLst>
            <pc:docMk/>
            <pc:sldMk cId="418107369" sldId="263"/>
            <ac:spMk id="14" creationId="{402F33B3-7B41-8AA1-B856-07489C9E0101}"/>
          </ac:spMkLst>
        </pc:spChg>
        <pc:spChg chg="mod">
          <ac:chgData name="munnam bhavya" userId="89817c2804f01956" providerId="LiveId" clId="{673CACA1-769E-43ED-A8F8-FA56F8482530}" dt="2026-03-11T09:23:15.868" v="1437" actId="14100"/>
          <ac:spMkLst>
            <pc:docMk/>
            <pc:sldMk cId="418107369" sldId="263"/>
            <ac:spMk id="16" creationId="{9F3CBA6F-5941-7D80-0424-43CEFE8B7244}"/>
          </ac:spMkLst>
        </pc:spChg>
        <pc:spChg chg="mod">
          <ac:chgData name="munnam bhavya" userId="89817c2804f01956" providerId="LiveId" clId="{673CACA1-769E-43ED-A8F8-FA56F8482530}" dt="2026-03-11T11:52:30.148" v="1863"/>
          <ac:spMkLst>
            <pc:docMk/>
            <pc:sldMk cId="418107369" sldId="263"/>
            <ac:spMk id="17" creationId="{51493E49-F2A0-F6CC-7B97-AC4B8113BC95}"/>
          </ac:spMkLst>
        </pc:spChg>
        <pc:spChg chg="mod">
          <ac:chgData name="munnam bhavya" userId="89817c2804f01956" providerId="LiveId" clId="{673CACA1-769E-43ED-A8F8-FA56F8482530}" dt="2026-03-11T09:19:09.707" v="1415"/>
          <ac:spMkLst>
            <pc:docMk/>
            <pc:sldMk cId="418107369" sldId="263"/>
            <ac:spMk id="17" creationId="{5E0E2DFC-082B-C4AA-0C77-574CFE9452B7}"/>
          </ac:spMkLst>
        </pc:spChg>
        <pc:spChg chg="mod">
          <ac:chgData name="munnam bhavya" userId="89817c2804f01956" providerId="LiveId" clId="{673CACA1-769E-43ED-A8F8-FA56F8482530}" dt="2026-03-11T09:19:09.707" v="1415"/>
          <ac:spMkLst>
            <pc:docMk/>
            <pc:sldMk cId="418107369" sldId="263"/>
            <ac:spMk id="18" creationId="{56DE5CD5-ED9F-34AE-55D5-E792F96C8B0D}"/>
          </ac:spMkLst>
        </pc:spChg>
        <pc:spChg chg="mod">
          <ac:chgData name="munnam bhavya" userId="89817c2804f01956" providerId="LiveId" clId="{673CACA1-769E-43ED-A8F8-FA56F8482530}" dt="2026-03-11T11:53:22.723" v="1866" actId="14100"/>
          <ac:spMkLst>
            <pc:docMk/>
            <pc:sldMk cId="418107369" sldId="263"/>
            <ac:spMk id="18" creationId="{6AB20B31-CD6C-B797-853A-F265F7E1B2F5}"/>
          </ac:spMkLst>
        </pc:spChg>
        <pc:spChg chg="mod">
          <ac:chgData name="munnam bhavya" userId="89817c2804f01956" providerId="LiveId" clId="{673CACA1-769E-43ED-A8F8-FA56F8482530}" dt="2026-03-11T11:52:30.148" v="1863"/>
          <ac:spMkLst>
            <pc:docMk/>
            <pc:sldMk cId="418107369" sldId="263"/>
            <ac:spMk id="21" creationId="{9E434798-7386-FD03-70BA-C1FFF18EE118}"/>
          </ac:spMkLst>
        </pc:spChg>
        <pc:spChg chg="mod">
          <ac:chgData name="munnam bhavya" userId="89817c2804f01956" providerId="LiveId" clId="{673CACA1-769E-43ED-A8F8-FA56F8482530}" dt="2026-03-11T09:19:09.707" v="1415"/>
          <ac:spMkLst>
            <pc:docMk/>
            <pc:sldMk cId="418107369" sldId="263"/>
            <ac:spMk id="23" creationId="{3AB7D8AF-8C67-5DAB-4EC6-F62F7F8ECE43}"/>
          </ac:spMkLst>
        </pc:spChg>
        <pc:spChg chg="mod">
          <ac:chgData name="munnam bhavya" userId="89817c2804f01956" providerId="LiveId" clId="{673CACA1-769E-43ED-A8F8-FA56F8482530}" dt="2026-03-11T11:55:09.349" v="1890" actId="1076"/>
          <ac:spMkLst>
            <pc:docMk/>
            <pc:sldMk cId="418107369" sldId="263"/>
            <ac:spMk id="23" creationId="{C2BDE948-7547-CA7D-B07B-843F77973E66}"/>
          </ac:spMkLst>
        </pc:spChg>
        <pc:spChg chg="mod">
          <ac:chgData name="munnam bhavya" userId="89817c2804f01956" providerId="LiveId" clId="{673CACA1-769E-43ED-A8F8-FA56F8482530}" dt="2026-03-11T09:19:09.707" v="1415"/>
          <ac:spMkLst>
            <pc:docMk/>
            <pc:sldMk cId="418107369" sldId="263"/>
            <ac:spMk id="24" creationId="{24874D22-C361-CCFD-5C21-7027CFBAFAD2}"/>
          </ac:spMkLst>
        </pc:spChg>
        <pc:spChg chg="mod">
          <ac:chgData name="munnam bhavya" userId="89817c2804f01956" providerId="LiveId" clId="{673CACA1-769E-43ED-A8F8-FA56F8482530}" dt="2026-03-11T11:55:33.501" v="1894" actId="14100"/>
          <ac:spMkLst>
            <pc:docMk/>
            <pc:sldMk cId="418107369" sldId="263"/>
            <ac:spMk id="24" creationId="{3D6EC335-FABC-628A-291E-2B62761094D1}"/>
          </ac:spMkLst>
        </pc:spChg>
        <pc:spChg chg="mod">
          <ac:chgData name="munnam bhavya" userId="89817c2804f01956" providerId="LiveId" clId="{673CACA1-769E-43ED-A8F8-FA56F8482530}" dt="2026-03-11T11:59:14.127" v="1936" actId="1076"/>
          <ac:spMkLst>
            <pc:docMk/>
            <pc:sldMk cId="418107369" sldId="263"/>
            <ac:spMk id="26" creationId="{90CA83D4-02C9-23EE-2E5B-AF54AA1DDEF7}"/>
          </ac:spMkLst>
        </pc:spChg>
        <pc:spChg chg="add del mod">
          <ac:chgData name="munnam bhavya" userId="89817c2804f01956" providerId="LiveId" clId="{673CACA1-769E-43ED-A8F8-FA56F8482530}" dt="2026-03-11T11:25:13.981" v="1824" actId="478"/>
          <ac:spMkLst>
            <pc:docMk/>
            <pc:sldMk cId="418107369" sldId="263"/>
            <ac:spMk id="27" creationId="{D4D51EBD-225D-E822-0EC1-B6FB6FCF7F72}"/>
          </ac:spMkLst>
        </pc:spChg>
        <pc:spChg chg="del mod">
          <ac:chgData name="munnam bhavya" userId="89817c2804f01956" providerId="LiveId" clId="{673CACA1-769E-43ED-A8F8-FA56F8482530}" dt="2026-03-11T11:25:11.823" v="1823" actId="478"/>
          <ac:spMkLst>
            <pc:docMk/>
            <pc:sldMk cId="418107369" sldId="263"/>
            <ac:spMk id="28" creationId="{BA81E649-6F21-1896-22A0-140DDF36874E}"/>
          </ac:spMkLst>
        </pc:spChg>
        <pc:spChg chg="mod">
          <ac:chgData name="munnam bhavya" userId="89817c2804f01956" providerId="LiveId" clId="{673CACA1-769E-43ED-A8F8-FA56F8482530}" dt="2026-03-11T11:56:31.856" v="1909" actId="1076"/>
          <ac:spMkLst>
            <pc:docMk/>
            <pc:sldMk cId="418107369" sldId="263"/>
            <ac:spMk id="29" creationId="{E201D95F-F94D-A393-A27D-ECDBC887A9DE}"/>
          </ac:spMkLst>
        </pc:spChg>
        <pc:spChg chg="mod">
          <ac:chgData name="munnam bhavya" userId="89817c2804f01956" providerId="LiveId" clId="{673CACA1-769E-43ED-A8F8-FA56F8482530}" dt="2026-03-11T11:56:27.167" v="1908" actId="1076"/>
          <ac:spMkLst>
            <pc:docMk/>
            <pc:sldMk cId="418107369" sldId="263"/>
            <ac:spMk id="30" creationId="{9FFA548A-458B-E02F-EEDF-CBE7CC330AA8}"/>
          </ac:spMkLst>
        </pc:spChg>
        <pc:spChg chg="mod">
          <ac:chgData name="munnam bhavya" userId="89817c2804f01956" providerId="LiveId" clId="{673CACA1-769E-43ED-A8F8-FA56F8482530}" dt="2026-03-11T11:52:30.148" v="1863"/>
          <ac:spMkLst>
            <pc:docMk/>
            <pc:sldMk cId="418107369" sldId="263"/>
            <ac:spMk id="32" creationId="{46A442A7-109E-A684-21C9-2D3BDD2FC5ED}"/>
          </ac:spMkLst>
        </pc:spChg>
        <pc:spChg chg="mod">
          <ac:chgData name="munnam bhavya" userId="89817c2804f01956" providerId="LiveId" clId="{673CACA1-769E-43ED-A8F8-FA56F8482530}" dt="2026-03-11T11:52:30.148" v="1863"/>
          <ac:spMkLst>
            <pc:docMk/>
            <pc:sldMk cId="418107369" sldId="263"/>
            <ac:spMk id="33" creationId="{22886BCD-4DA9-E126-809B-3B8EE0448A44}"/>
          </ac:spMkLst>
        </pc:spChg>
        <pc:spChg chg="mod">
          <ac:chgData name="munnam bhavya" userId="89817c2804f01956" providerId="LiveId" clId="{673CACA1-769E-43ED-A8F8-FA56F8482530}" dt="2026-03-11T12:02:02.608" v="1953" actId="1076"/>
          <ac:spMkLst>
            <pc:docMk/>
            <pc:sldMk cId="418107369" sldId="263"/>
            <ac:spMk id="51" creationId="{C3DE6E68-1668-3D0B-7C3D-F45E96BB5BEC}"/>
          </ac:spMkLst>
        </pc:spChg>
        <pc:grpChg chg="del mod">
          <ac:chgData name="munnam bhavya" userId="89817c2804f01956" providerId="LiveId" clId="{673CACA1-769E-43ED-A8F8-FA56F8482530}" dt="2026-03-11T11:25:08.190" v="1820" actId="478"/>
          <ac:grpSpMkLst>
            <pc:docMk/>
            <pc:sldMk cId="418107369" sldId="263"/>
            <ac:grpSpMk id="5" creationId="{4A561649-4B0A-FF6F-0B7B-6A5F1D18BB32}"/>
          </ac:grpSpMkLst>
        </pc:grpChg>
        <pc:grpChg chg="mod">
          <ac:chgData name="munnam bhavya" userId="89817c2804f01956" providerId="LiveId" clId="{673CACA1-769E-43ED-A8F8-FA56F8482530}" dt="2026-03-11T11:55:41.863" v="1895" actId="1076"/>
          <ac:grpSpMkLst>
            <pc:docMk/>
            <pc:sldMk cId="418107369" sldId="263"/>
            <ac:grpSpMk id="7" creationId="{D16FA851-1C2D-F973-C80F-0744A604B670}"/>
          </ac:grpSpMkLst>
        </pc:grpChg>
        <pc:grpChg chg="mod">
          <ac:chgData name="munnam bhavya" userId="89817c2804f01956" providerId="LiveId" clId="{673CACA1-769E-43ED-A8F8-FA56F8482530}" dt="2026-03-11T11:57:17.835" v="1918" actId="14100"/>
          <ac:grpSpMkLst>
            <pc:docMk/>
            <pc:sldMk cId="418107369" sldId="263"/>
            <ac:grpSpMk id="10" creationId="{7E2EA27A-0D0E-6210-1348-EFD7A26D83BE}"/>
          </ac:grpSpMkLst>
        </pc:grpChg>
        <pc:grpChg chg="del mod">
          <ac:chgData name="munnam bhavya" userId="89817c2804f01956" providerId="LiveId" clId="{673CACA1-769E-43ED-A8F8-FA56F8482530}" dt="2026-03-11T11:25:09.730" v="1821" actId="478"/>
          <ac:grpSpMkLst>
            <pc:docMk/>
            <pc:sldMk cId="418107369" sldId="263"/>
            <ac:grpSpMk id="12" creationId="{73370983-B3F5-9D3B-04C7-AA68477026E8}"/>
          </ac:grpSpMkLst>
        </pc:grpChg>
        <pc:grpChg chg="mod">
          <ac:chgData name="munnam bhavya" userId="89817c2804f01956" providerId="LiveId" clId="{673CACA1-769E-43ED-A8F8-FA56F8482530}" dt="2026-03-11T11:54:13.047" v="1876" actId="1076"/>
          <ac:grpSpMkLst>
            <pc:docMk/>
            <pc:sldMk cId="418107369" sldId="263"/>
            <ac:grpSpMk id="13" creationId="{142350CF-ED9A-0490-4FE9-59226A3AC19E}"/>
          </ac:grpSpMkLst>
        </pc:grpChg>
        <pc:grpChg chg="mod">
          <ac:chgData name="munnam bhavya" userId="89817c2804f01956" providerId="LiveId" clId="{673CACA1-769E-43ED-A8F8-FA56F8482530}" dt="2026-03-11T11:54:00.825" v="1872" actId="1076"/>
          <ac:grpSpMkLst>
            <pc:docMk/>
            <pc:sldMk cId="418107369" sldId="263"/>
            <ac:grpSpMk id="16" creationId="{B2950AF1-D3ED-191F-11EA-45F4F5825AE7}"/>
          </ac:grpSpMkLst>
        </pc:grpChg>
        <pc:grpChg chg="mod">
          <ac:chgData name="munnam bhavya" userId="89817c2804f01956" providerId="LiveId" clId="{673CACA1-769E-43ED-A8F8-FA56F8482530}" dt="2026-03-11T11:54:05.304" v="1873" actId="1076"/>
          <ac:grpSpMkLst>
            <pc:docMk/>
            <pc:sldMk cId="418107369" sldId="263"/>
            <ac:grpSpMk id="19" creationId="{D8A3B4BA-9AD4-79F3-8EDC-DA11D32D0FA6}"/>
          </ac:grpSpMkLst>
        </pc:grpChg>
        <pc:grpChg chg="mod">
          <ac:chgData name="munnam bhavya" userId="89817c2804f01956" providerId="LiveId" clId="{673CACA1-769E-43ED-A8F8-FA56F8482530}" dt="2026-03-11T11:55:29.195" v="1893" actId="1076"/>
          <ac:grpSpMkLst>
            <pc:docMk/>
            <pc:sldMk cId="418107369" sldId="263"/>
            <ac:grpSpMk id="22" creationId="{1094D9A5-B5AD-AF7C-7F42-6B864CEF290F}"/>
          </ac:grpSpMkLst>
        </pc:grpChg>
        <pc:grpChg chg="mod">
          <ac:chgData name="munnam bhavya" userId="89817c2804f01956" providerId="LiveId" clId="{673CACA1-769E-43ED-A8F8-FA56F8482530}" dt="2026-03-11T11:55:55.329" v="1898" actId="1076"/>
          <ac:grpSpMkLst>
            <pc:docMk/>
            <pc:sldMk cId="418107369" sldId="263"/>
            <ac:grpSpMk id="25" creationId="{40DB93BB-427F-6E69-19B3-9F1CEF255BD7}"/>
          </ac:grpSpMkLst>
        </pc:grpChg>
        <pc:grpChg chg="mod">
          <ac:chgData name="munnam bhavya" userId="89817c2804f01956" providerId="LiveId" clId="{673CACA1-769E-43ED-A8F8-FA56F8482530}" dt="2026-03-11T11:55:21.863" v="1891" actId="1076"/>
          <ac:grpSpMkLst>
            <pc:docMk/>
            <pc:sldMk cId="418107369" sldId="263"/>
            <ac:grpSpMk id="31" creationId="{91F6D1C3-7E89-EE60-E9D2-51B7230ED10C}"/>
          </ac:grpSpMkLst>
        </pc:grpChg>
        <pc:picChg chg="mod">
          <ac:chgData name="munnam bhavya" userId="89817c2804f01956" providerId="LiveId" clId="{673CACA1-769E-43ED-A8F8-FA56F8482530}" dt="2026-03-11T11:58:49.575" v="1931" actId="14100"/>
          <ac:picMkLst>
            <pc:docMk/>
            <pc:sldMk cId="418107369" sldId="263"/>
            <ac:picMk id="34" creationId="{0AC57DE8-57C0-CD2E-E0AD-5EF168FEE42C}"/>
          </ac:picMkLst>
        </pc:picChg>
        <pc:picChg chg="mod">
          <ac:chgData name="munnam bhavya" userId="89817c2804f01956" providerId="LiveId" clId="{673CACA1-769E-43ED-A8F8-FA56F8482530}" dt="2026-03-11T11:52:37.848" v="1864" actId="1076"/>
          <ac:picMkLst>
            <pc:docMk/>
            <pc:sldMk cId="418107369" sldId="263"/>
            <ac:picMk id="35" creationId="{A723ED8E-D622-18C3-A97E-97D8349023BA}"/>
          </ac:picMkLst>
        </pc:picChg>
        <pc:picChg chg="mod">
          <ac:chgData name="munnam bhavya" userId="89817c2804f01956" providerId="LiveId" clId="{673CACA1-769E-43ED-A8F8-FA56F8482530}" dt="2026-03-11T11:54:09.932" v="1875" actId="1076"/>
          <ac:picMkLst>
            <pc:docMk/>
            <pc:sldMk cId="418107369" sldId="263"/>
            <ac:picMk id="36" creationId="{6EA76104-5BA9-A035-E0C1-52F6B9AFF62A}"/>
          </ac:picMkLst>
        </pc:picChg>
        <pc:picChg chg="mod">
          <ac:chgData name="munnam bhavya" userId="89817c2804f01956" providerId="LiveId" clId="{673CACA1-769E-43ED-A8F8-FA56F8482530}" dt="2026-03-11T11:57:28.280" v="1921" actId="1076"/>
          <ac:picMkLst>
            <pc:docMk/>
            <pc:sldMk cId="418107369" sldId="263"/>
            <ac:picMk id="37" creationId="{5AE996BC-37CD-5A24-BA31-21797BEC2484}"/>
          </ac:picMkLst>
        </pc:picChg>
        <pc:picChg chg="mod">
          <ac:chgData name="munnam bhavya" userId="89817c2804f01956" providerId="LiveId" clId="{673CACA1-769E-43ED-A8F8-FA56F8482530}" dt="2026-03-11T11:52:37.848" v="1864" actId="1076"/>
          <ac:picMkLst>
            <pc:docMk/>
            <pc:sldMk cId="418107369" sldId="263"/>
            <ac:picMk id="38" creationId="{37F34AEF-F3C1-A056-5F38-8653D9F30136}"/>
          </ac:picMkLst>
        </pc:picChg>
        <pc:picChg chg="mod">
          <ac:chgData name="munnam bhavya" userId="89817c2804f01956" providerId="LiveId" clId="{673CACA1-769E-43ED-A8F8-FA56F8482530}" dt="2026-03-11T11:55:48.620" v="1897" actId="14100"/>
          <ac:picMkLst>
            <pc:docMk/>
            <pc:sldMk cId="418107369" sldId="263"/>
            <ac:picMk id="39" creationId="{20F0528A-B02D-E92F-3D65-D9D6D2AB2EC6}"/>
          </ac:picMkLst>
        </pc:picChg>
        <pc:picChg chg="mod">
          <ac:chgData name="munnam bhavya" userId="89817c2804f01956" providerId="LiveId" clId="{673CACA1-769E-43ED-A8F8-FA56F8482530}" dt="2026-03-11T11:56:46.530" v="1913" actId="1076"/>
          <ac:picMkLst>
            <pc:docMk/>
            <pc:sldMk cId="418107369" sldId="263"/>
            <ac:picMk id="40" creationId="{E6F55466-8029-258A-696C-7B989D51B15F}"/>
          </ac:picMkLst>
        </pc:picChg>
        <pc:picChg chg="mod">
          <ac:chgData name="munnam bhavya" userId="89817c2804f01956" providerId="LiveId" clId="{673CACA1-769E-43ED-A8F8-FA56F8482530}" dt="2026-03-11T11:56:20.495" v="1907" actId="1076"/>
          <ac:picMkLst>
            <pc:docMk/>
            <pc:sldMk cId="418107369" sldId="263"/>
            <ac:picMk id="41" creationId="{05F940CF-5795-E695-BCCD-53BBCF0C1B4F}"/>
          </ac:picMkLst>
        </pc:picChg>
        <pc:cxnChg chg="mod">
          <ac:chgData name="munnam bhavya" userId="89817c2804f01956" providerId="LiveId" clId="{673CACA1-769E-43ED-A8F8-FA56F8482530}" dt="2026-03-11T11:25:09.730" v="1821" actId="478"/>
          <ac:cxnSpMkLst>
            <pc:docMk/>
            <pc:sldMk cId="418107369" sldId="263"/>
            <ac:cxnSpMk id="20" creationId="{A57DB99B-D6B5-F0A2-E883-F5611844E373}"/>
          </ac:cxnSpMkLst>
        </pc:cxnChg>
        <pc:cxnChg chg="mod">
          <ac:chgData name="munnam bhavya" userId="89817c2804f01956" providerId="LiveId" clId="{673CACA1-769E-43ED-A8F8-FA56F8482530}" dt="2026-03-11T11:25:09.730" v="1821" actId="478"/>
          <ac:cxnSpMkLst>
            <pc:docMk/>
            <pc:sldMk cId="418107369" sldId="263"/>
            <ac:cxnSpMk id="21" creationId="{CF113867-28B3-B777-86BA-D3F1A6860EA3}"/>
          </ac:cxnSpMkLst>
        </pc:cxnChg>
        <pc:cxnChg chg="mod">
          <ac:chgData name="munnam bhavya" userId="89817c2804f01956" providerId="LiveId" clId="{673CACA1-769E-43ED-A8F8-FA56F8482530}" dt="2026-03-11T11:25:09.730" v="1821" actId="478"/>
          <ac:cxnSpMkLst>
            <pc:docMk/>
            <pc:sldMk cId="418107369" sldId="263"/>
            <ac:cxnSpMk id="22" creationId="{CEE1DB66-712E-D3AE-B0AD-0259912E979A}"/>
          </ac:cxnSpMkLst>
        </pc:cxnChg>
        <pc:cxnChg chg="mod">
          <ac:chgData name="munnam bhavya" userId="89817c2804f01956" providerId="LiveId" clId="{673CACA1-769E-43ED-A8F8-FA56F8482530}" dt="2026-03-11T11:25:09.730" v="1821" actId="478"/>
          <ac:cxnSpMkLst>
            <pc:docMk/>
            <pc:sldMk cId="418107369" sldId="263"/>
            <ac:cxnSpMk id="25" creationId="{C426BB44-DC02-3F0F-32D4-FAEBC7D97C55}"/>
          </ac:cxnSpMkLst>
        </pc:cxnChg>
        <pc:cxnChg chg="mod">
          <ac:chgData name="munnam bhavya" userId="89817c2804f01956" providerId="LiveId" clId="{673CACA1-769E-43ED-A8F8-FA56F8482530}" dt="2026-03-11T11:54:07.631" v="1874" actId="1076"/>
          <ac:cxnSpMkLst>
            <pc:docMk/>
            <pc:sldMk cId="418107369" sldId="263"/>
            <ac:cxnSpMk id="42" creationId="{9C0DEAB0-60D6-B27B-0500-9A99C333BCA9}"/>
          </ac:cxnSpMkLst>
        </pc:cxnChg>
        <pc:cxnChg chg="mod">
          <ac:chgData name="munnam bhavya" userId="89817c2804f01956" providerId="LiveId" clId="{673CACA1-769E-43ED-A8F8-FA56F8482530}" dt="2026-03-11T11:58:45.069" v="1930" actId="1076"/>
          <ac:cxnSpMkLst>
            <pc:docMk/>
            <pc:sldMk cId="418107369" sldId="263"/>
            <ac:cxnSpMk id="43" creationId="{8D2FBDBE-88D6-7BDD-9C8E-24E36A237C83}"/>
          </ac:cxnSpMkLst>
        </pc:cxnChg>
        <pc:cxnChg chg="mod">
          <ac:chgData name="munnam bhavya" userId="89817c2804f01956" providerId="LiveId" clId="{673CACA1-769E-43ED-A8F8-FA56F8482530}" dt="2026-03-11T11:59:00.860" v="1933" actId="14100"/>
          <ac:cxnSpMkLst>
            <pc:docMk/>
            <pc:sldMk cId="418107369" sldId="263"/>
            <ac:cxnSpMk id="45" creationId="{AF82DFA0-A06E-9C8B-ED21-DB1C4183FF25}"/>
          </ac:cxnSpMkLst>
        </pc:cxnChg>
        <pc:cxnChg chg="del mod">
          <ac:chgData name="munnam bhavya" userId="89817c2804f01956" providerId="LiveId" clId="{673CACA1-769E-43ED-A8F8-FA56F8482530}" dt="2026-03-11T11:58:21.505" v="1928" actId="478"/>
          <ac:cxnSpMkLst>
            <pc:docMk/>
            <pc:sldMk cId="418107369" sldId="263"/>
            <ac:cxnSpMk id="46" creationId="{491C1884-EB67-7069-D407-B6013D588AD6}"/>
          </ac:cxnSpMkLst>
        </pc:cxnChg>
        <pc:cxnChg chg="mod">
          <ac:chgData name="munnam bhavya" userId="89817c2804f01956" providerId="LiveId" clId="{673CACA1-769E-43ED-A8F8-FA56F8482530}" dt="2026-03-11T11:57:36.425" v="1922" actId="14100"/>
          <ac:cxnSpMkLst>
            <pc:docMk/>
            <pc:sldMk cId="418107369" sldId="263"/>
            <ac:cxnSpMk id="47" creationId="{E1D0A9F8-846C-16B9-6CC5-58A3FEF8DC74}"/>
          </ac:cxnSpMkLst>
        </pc:cxnChg>
        <pc:cxnChg chg="del mod">
          <ac:chgData name="munnam bhavya" userId="89817c2804f01956" providerId="LiveId" clId="{673CACA1-769E-43ED-A8F8-FA56F8482530}" dt="2026-03-11T11:54:49.801" v="1886" actId="478"/>
          <ac:cxnSpMkLst>
            <pc:docMk/>
            <pc:sldMk cId="418107369" sldId="263"/>
            <ac:cxnSpMk id="49" creationId="{ED7CC559-48D4-80B6-557B-8DFA8F6F4FCB}"/>
          </ac:cxnSpMkLst>
        </pc:cxnChg>
        <pc:cxnChg chg="mod">
          <ac:chgData name="munnam bhavya" userId="89817c2804f01956" providerId="LiveId" clId="{673CACA1-769E-43ED-A8F8-FA56F8482530}" dt="2026-03-11T12:00:19.863" v="1946" actId="14100"/>
          <ac:cxnSpMkLst>
            <pc:docMk/>
            <pc:sldMk cId="418107369" sldId="263"/>
            <ac:cxnSpMk id="50" creationId="{9C8C5CAC-A022-F4E1-DB89-F46CAE4551DC}"/>
          </ac:cxnSpMkLst>
        </pc:cxnChg>
        <pc:cxnChg chg="add mod">
          <ac:chgData name="munnam bhavya" userId="89817c2804f01956" providerId="LiveId" clId="{673CACA1-769E-43ED-A8F8-FA56F8482530}" dt="2026-03-11T11:59:07.905" v="1935" actId="14100"/>
          <ac:cxnSpMkLst>
            <pc:docMk/>
            <pc:sldMk cId="418107369" sldId="263"/>
            <ac:cxnSpMk id="62" creationId="{BF475058-4312-3B3B-F3EA-087C12856B3D}"/>
          </ac:cxnSpMkLst>
        </pc:cxnChg>
        <pc:cxnChg chg="add del mod">
          <ac:chgData name="munnam bhavya" userId="89817c2804f01956" providerId="LiveId" clId="{673CACA1-769E-43ED-A8F8-FA56F8482530}" dt="2026-03-11T11:59:40.486" v="1940" actId="478"/>
          <ac:cxnSpMkLst>
            <pc:docMk/>
            <pc:sldMk cId="418107369" sldId="263"/>
            <ac:cxnSpMk id="68" creationId="{11890FF3-525D-6DBF-1980-CD2C8F4738DD}"/>
          </ac:cxnSpMkLst>
        </pc:cxnChg>
        <pc:cxnChg chg="add mod">
          <ac:chgData name="munnam bhavya" userId="89817c2804f01956" providerId="LiveId" clId="{673CACA1-769E-43ED-A8F8-FA56F8482530}" dt="2026-03-11T15:21:12.951" v="1956" actId="14100"/>
          <ac:cxnSpMkLst>
            <pc:docMk/>
            <pc:sldMk cId="418107369" sldId="263"/>
            <ac:cxnSpMk id="72" creationId="{2514F0F6-E968-65F9-B2FC-C61BF684B239}"/>
          </ac:cxnSpMkLst>
        </pc:cxnChg>
      </pc:sldChg>
      <pc:sldChg chg="addSp delSp modSp new add del mod ord">
        <pc:chgData name="munnam bhavya" userId="89817c2804f01956" providerId="LiveId" clId="{673CACA1-769E-43ED-A8F8-FA56F8482530}" dt="2026-03-11T11:24:55.629" v="1817" actId="47"/>
        <pc:sldMkLst>
          <pc:docMk/>
          <pc:sldMk cId="3129155864" sldId="264"/>
        </pc:sldMkLst>
        <pc:spChg chg="add mod">
          <ac:chgData name="munnam bhavya" userId="89817c2804f01956" providerId="LiveId" clId="{673CACA1-769E-43ED-A8F8-FA56F8482530}" dt="2026-03-11T09:07:53.765" v="1330" actId="164"/>
          <ac:spMkLst>
            <pc:docMk/>
            <pc:sldMk cId="3129155864" sldId="264"/>
            <ac:spMk id="3" creationId="{49803A53-EA42-7F72-71A0-EB8F1E2A2DD6}"/>
          </ac:spMkLst>
        </pc:spChg>
        <pc:spChg chg="add mod">
          <ac:chgData name="munnam bhavya" userId="89817c2804f01956" providerId="LiveId" clId="{673CACA1-769E-43ED-A8F8-FA56F8482530}" dt="2026-03-11T09:07:53.765" v="1330" actId="164"/>
          <ac:spMkLst>
            <pc:docMk/>
            <pc:sldMk cId="3129155864" sldId="264"/>
            <ac:spMk id="4" creationId="{E99EA459-83FF-4465-62ED-9E14BB45D11D}"/>
          </ac:spMkLst>
        </pc:spChg>
        <pc:spChg chg="add mod">
          <ac:chgData name="munnam bhavya" userId="89817c2804f01956" providerId="LiveId" clId="{673CACA1-769E-43ED-A8F8-FA56F8482530}" dt="2026-03-11T09:07:53.765" v="1330" actId="164"/>
          <ac:spMkLst>
            <pc:docMk/>
            <pc:sldMk cId="3129155864" sldId="264"/>
            <ac:spMk id="5" creationId="{3B767252-6A87-4BAA-42BA-9C72C0EC9028}"/>
          </ac:spMkLst>
        </pc:spChg>
        <pc:spChg chg="add mod">
          <ac:chgData name="munnam bhavya" userId="89817c2804f01956" providerId="LiveId" clId="{673CACA1-769E-43ED-A8F8-FA56F8482530}" dt="2026-03-11T09:07:53.765" v="1330" actId="164"/>
          <ac:spMkLst>
            <pc:docMk/>
            <pc:sldMk cId="3129155864" sldId="264"/>
            <ac:spMk id="6" creationId="{C448ED40-E63F-2DD2-75BA-5E5937BE4469}"/>
          </ac:spMkLst>
        </pc:spChg>
        <pc:spChg chg="add mod">
          <ac:chgData name="munnam bhavya" userId="89817c2804f01956" providerId="LiveId" clId="{673CACA1-769E-43ED-A8F8-FA56F8482530}" dt="2026-03-11T09:07:53.765" v="1330" actId="164"/>
          <ac:spMkLst>
            <pc:docMk/>
            <pc:sldMk cId="3129155864" sldId="264"/>
            <ac:spMk id="7" creationId="{B06BF8EC-B29B-6D84-E438-CDFBC1A5A03B}"/>
          </ac:spMkLst>
        </pc:spChg>
        <pc:spChg chg="add mod">
          <ac:chgData name="munnam bhavya" userId="89817c2804f01956" providerId="LiveId" clId="{673CACA1-769E-43ED-A8F8-FA56F8482530}" dt="2026-03-11T09:07:53.765" v="1330" actId="164"/>
          <ac:spMkLst>
            <pc:docMk/>
            <pc:sldMk cId="3129155864" sldId="264"/>
            <ac:spMk id="8" creationId="{1454930D-5386-56DB-7665-DC9ED195CA67}"/>
          </ac:spMkLst>
        </pc:spChg>
        <pc:spChg chg="add mod">
          <ac:chgData name="munnam bhavya" userId="89817c2804f01956" providerId="LiveId" clId="{673CACA1-769E-43ED-A8F8-FA56F8482530}" dt="2026-03-11T08:55:11.125" v="1247" actId="1076"/>
          <ac:spMkLst>
            <pc:docMk/>
            <pc:sldMk cId="3129155864" sldId="264"/>
            <ac:spMk id="9" creationId="{B8FFC496-7E64-6CD9-42C6-DD704BEF2849}"/>
          </ac:spMkLst>
        </pc:spChg>
        <pc:spChg chg="add del mod ord">
          <ac:chgData name="munnam bhavya" userId="89817c2804f01956" providerId="LiveId" clId="{673CACA1-769E-43ED-A8F8-FA56F8482530}" dt="2026-03-10T09:40:50.096" v="1095" actId="478"/>
          <ac:spMkLst>
            <pc:docMk/>
            <pc:sldMk cId="3129155864" sldId="264"/>
            <ac:spMk id="10" creationId="{791553C5-0F9E-BD8B-36C4-804BDF9F2D2C}"/>
          </ac:spMkLst>
        </pc:spChg>
        <pc:spChg chg="add del mod">
          <ac:chgData name="munnam bhavya" userId="89817c2804f01956" providerId="LiveId" clId="{673CACA1-769E-43ED-A8F8-FA56F8482530}" dt="2026-03-11T08:54:24.091" v="1238" actId="478"/>
          <ac:spMkLst>
            <pc:docMk/>
            <pc:sldMk cId="3129155864" sldId="264"/>
            <ac:spMk id="12" creationId="{C018B2DA-D601-84BE-2EF6-5770F39323F6}"/>
          </ac:spMkLst>
        </pc:spChg>
        <pc:spChg chg="add del mod">
          <ac:chgData name="munnam bhavya" userId="89817c2804f01956" providerId="LiveId" clId="{673CACA1-769E-43ED-A8F8-FA56F8482530}" dt="2026-03-10T09:40:54.069" v="1096" actId="478"/>
          <ac:spMkLst>
            <pc:docMk/>
            <pc:sldMk cId="3129155864" sldId="264"/>
            <ac:spMk id="15" creationId="{A24E4B86-20EA-C1A1-962C-99D88518FCBA}"/>
          </ac:spMkLst>
        </pc:spChg>
        <pc:spChg chg="add del mod">
          <ac:chgData name="munnam bhavya" userId="89817c2804f01956" providerId="LiveId" clId="{673CACA1-769E-43ED-A8F8-FA56F8482530}" dt="2026-03-11T08:55:43.338" v="1253" actId="1076"/>
          <ac:spMkLst>
            <pc:docMk/>
            <pc:sldMk cId="3129155864" sldId="264"/>
            <ac:spMk id="17" creationId="{1D58D2A9-5446-62A6-3819-75E1E4FBAABA}"/>
          </ac:spMkLst>
        </pc:spChg>
        <pc:spChg chg="add del mod">
          <ac:chgData name="munnam bhavya" userId="89817c2804f01956" providerId="LiveId" clId="{673CACA1-769E-43ED-A8F8-FA56F8482530}" dt="2026-03-11T08:54:27.276" v="1239" actId="478"/>
          <ac:spMkLst>
            <pc:docMk/>
            <pc:sldMk cId="3129155864" sldId="264"/>
            <ac:spMk id="21" creationId="{7D719B96-C281-2B21-A057-A0BD1F62DFA0}"/>
          </ac:spMkLst>
        </pc:spChg>
        <pc:spChg chg="add del mod">
          <ac:chgData name="munnam bhavya" userId="89817c2804f01956" providerId="LiveId" clId="{673CACA1-769E-43ED-A8F8-FA56F8482530}" dt="2026-03-10T09:41:11.440" v="1100" actId="478"/>
          <ac:spMkLst>
            <pc:docMk/>
            <pc:sldMk cId="3129155864" sldId="264"/>
            <ac:spMk id="22" creationId="{463691B3-C54B-265E-7F6C-F9DABA44151E}"/>
          </ac:spMkLst>
        </pc:spChg>
        <pc:spChg chg="add del mod">
          <ac:chgData name="munnam bhavya" userId="89817c2804f01956" providerId="LiveId" clId="{673CACA1-769E-43ED-A8F8-FA56F8482530}" dt="2026-03-10T09:41:24.082" v="1103" actId="478"/>
          <ac:spMkLst>
            <pc:docMk/>
            <pc:sldMk cId="3129155864" sldId="264"/>
            <ac:spMk id="23" creationId="{C898DCDF-130D-4E10-0165-A3CD9D3BB83C}"/>
          </ac:spMkLst>
        </pc:spChg>
        <pc:spChg chg="add del mod">
          <ac:chgData name="munnam bhavya" userId="89817c2804f01956" providerId="LiveId" clId="{673CACA1-769E-43ED-A8F8-FA56F8482530}" dt="2026-03-10T09:41:02.446" v="1098" actId="478"/>
          <ac:spMkLst>
            <pc:docMk/>
            <pc:sldMk cId="3129155864" sldId="264"/>
            <ac:spMk id="24" creationId="{06256167-8D82-206B-7A20-318A9BDC206A}"/>
          </ac:spMkLst>
        </pc:spChg>
        <pc:spChg chg="add del mod">
          <ac:chgData name="munnam bhavya" userId="89817c2804f01956" providerId="LiveId" clId="{673CACA1-769E-43ED-A8F8-FA56F8482530}" dt="2026-03-10T09:40:57.257" v="1097" actId="478"/>
          <ac:spMkLst>
            <pc:docMk/>
            <pc:sldMk cId="3129155864" sldId="264"/>
            <ac:spMk id="25" creationId="{AA12DAB2-C6BB-0866-A56D-4516357D9B56}"/>
          </ac:spMkLst>
        </pc:spChg>
        <pc:spChg chg="add mod">
          <ac:chgData name="munnam bhavya" userId="89817c2804f01956" providerId="LiveId" clId="{673CACA1-769E-43ED-A8F8-FA56F8482530}" dt="2026-03-11T08:57:16.668" v="1270" actId="1076"/>
          <ac:spMkLst>
            <pc:docMk/>
            <pc:sldMk cId="3129155864" sldId="264"/>
            <ac:spMk id="27" creationId="{B212520A-5E25-095A-E11D-C32848679DED}"/>
          </ac:spMkLst>
        </pc:spChg>
        <pc:spChg chg="add mod">
          <ac:chgData name="munnam bhavya" userId="89817c2804f01956" providerId="LiveId" clId="{673CACA1-769E-43ED-A8F8-FA56F8482530}" dt="2026-03-11T08:58:52.004" v="1285" actId="1076"/>
          <ac:spMkLst>
            <pc:docMk/>
            <pc:sldMk cId="3129155864" sldId="264"/>
            <ac:spMk id="29" creationId="{4FFF9462-2B1D-FBD8-9807-5B4A86B5516F}"/>
          </ac:spMkLst>
        </pc:spChg>
        <pc:spChg chg="add mod">
          <ac:chgData name="munnam bhavya" userId="89817c2804f01956" providerId="LiveId" clId="{673CACA1-769E-43ED-A8F8-FA56F8482530}" dt="2026-03-11T09:05:57.829" v="1320" actId="1076"/>
          <ac:spMkLst>
            <pc:docMk/>
            <pc:sldMk cId="3129155864" sldId="264"/>
            <ac:spMk id="31" creationId="{E54B581F-5EB5-4E8F-0457-8AD881B21ADF}"/>
          </ac:spMkLst>
        </pc:spChg>
        <pc:spChg chg="add mod">
          <ac:chgData name="munnam bhavya" userId="89817c2804f01956" providerId="LiveId" clId="{673CACA1-769E-43ED-A8F8-FA56F8482530}" dt="2026-03-11T09:07:53.765" v="1330" actId="164"/>
          <ac:spMkLst>
            <pc:docMk/>
            <pc:sldMk cId="3129155864" sldId="264"/>
            <ac:spMk id="32" creationId="{7C15FA7D-F0C4-B802-E1B7-A496DC9A1B0C}"/>
          </ac:spMkLst>
        </pc:spChg>
        <pc:spChg chg="add mod">
          <ac:chgData name="munnam bhavya" userId="89817c2804f01956" providerId="LiveId" clId="{673CACA1-769E-43ED-A8F8-FA56F8482530}" dt="2026-03-11T09:05:17.911" v="1315" actId="1076"/>
          <ac:spMkLst>
            <pc:docMk/>
            <pc:sldMk cId="3129155864" sldId="264"/>
            <ac:spMk id="33" creationId="{07C0761D-0FAA-136C-A823-772AB8BB6EE4}"/>
          </ac:spMkLst>
        </pc:spChg>
        <pc:spChg chg="add mod">
          <ac:chgData name="munnam bhavya" userId="89817c2804f01956" providerId="LiveId" clId="{673CACA1-769E-43ED-A8F8-FA56F8482530}" dt="2026-03-11T09:07:53.765" v="1330" actId="164"/>
          <ac:spMkLst>
            <pc:docMk/>
            <pc:sldMk cId="3129155864" sldId="264"/>
            <ac:spMk id="35" creationId="{7D8FA720-C499-1DF2-4963-F9697B288B49}"/>
          </ac:spMkLst>
        </pc:spChg>
        <pc:spChg chg="add mod">
          <ac:chgData name="munnam bhavya" userId="89817c2804f01956" providerId="LiveId" clId="{673CACA1-769E-43ED-A8F8-FA56F8482530}" dt="2026-03-11T09:18:56.364" v="1413" actId="255"/>
          <ac:spMkLst>
            <pc:docMk/>
            <pc:sldMk cId="3129155864" sldId="264"/>
            <ac:spMk id="39" creationId="{4C303C05-6D49-5ECC-194B-FF4FE190D2A4}"/>
          </ac:spMkLst>
        </pc:spChg>
        <pc:spChg chg="add mod">
          <ac:chgData name="munnam bhavya" userId="89817c2804f01956" providerId="LiveId" clId="{673CACA1-769E-43ED-A8F8-FA56F8482530}" dt="2026-03-11T09:19:02.796" v="1414" actId="255"/>
          <ac:spMkLst>
            <pc:docMk/>
            <pc:sldMk cId="3129155864" sldId="264"/>
            <ac:spMk id="48" creationId="{6FB1BCD3-19D8-CB5B-23E8-B65FA7C2017E}"/>
          </ac:spMkLst>
        </pc:spChg>
        <pc:spChg chg="add mod">
          <ac:chgData name="munnam bhavya" userId="89817c2804f01956" providerId="LiveId" clId="{673CACA1-769E-43ED-A8F8-FA56F8482530}" dt="2026-03-11T09:12:48.470" v="1386" actId="1076"/>
          <ac:spMkLst>
            <pc:docMk/>
            <pc:sldMk cId="3129155864" sldId="264"/>
            <ac:spMk id="50" creationId="{C9D28834-056E-570E-ABAE-0F86C553365F}"/>
          </ac:spMkLst>
        </pc:spChg>
        <pc:spChg chg="add">
          <ac:chgData name="munnam bhavya" userId="89817c2804f01956" providerId="LiveId" clId="{673CACA1-769E-43ED-A8F8-FA56F8482530}" dt="2026-03-11T09:10:45.424" v="1368"/>
          <ac:spMkLst>
            <pc:docMk/>
            <pc:sldMk cId="3129155864" sldId="264"/>
            <ac:spMk id="51" creationId="{FB0B838F-8B37-39D6-8E6C-EACE656F3FEE}"/>
          </ac:spMkLst>
        </pc:spChg>
        <pc:spChg chg="add">
          <ac:chgData name="munnam bhavya" userId="89817c2804f01956" providerId="LiveId" clId="{673CACA1-769E-43ED-A8F8-FA56F8482530}" dt="2026-03-11T09:10:55.819" v="1374"/>
          <ac:spMkLst>
            <pc:docMk/>
            <pc:sldMk cId="3129155864" sldId="264"/>
            <ac:spMk id="53" creationId="{822CF827-A9C6-C480-97DC-2DBE373AF074}"/>
          </ac:spMkLst>
        </pc:spChg>
        <pc:grpChg chg="add del mod">
          <ac:chgData name="munnam bhavya" userId="89817c2804f01956" providerId="LiveId" clId="{673CACA1-769E-43ED-A8F8-FA56F8482530}" dt="2026-03-11T09:13:49.355" v="1389" actId="1076"/>
          <ac:grpSpMkLst>
            <pc:docMk/>
            <pc:sldMk cId="3129155864" sldId="264"/>
            <ac:grpSpMk id="2" creationId="{9E0D3937-07E6-E7DB-DE19-92243BF5EA28}"/>
          </ac:grpSpMkLst>
        </pc:grpChg>
        <pc:grpChg chg="add del mod">
          <ac:chgData name="munnam bhavya" userId="89817c2804f01956" providerId="LiveId" clId="{673CACA1-769E-43ED-A8F8-FA56F8482530}" dt="2026-03-11T08:54:24.091" v="1238" actId="478"/>
          <ac:grpSpMkLst>
            <pc:docMk/>
            <pc:sldMk cId="3129155864" sldId="264"/>
            <ac:grpSpMk id="13" creationId="{22F87923-A5FB-1963-388C-406430C5372F}"/>
          </ac:grpSpMkLst>
        </pc:grpChg>
        <pc:grpChg chg="add del mod">
          <ac:chgData name="munnam bhavya" userId="89817c2804f01956" providerId="LiveId" clId="{673CACA1-769E-43ED-A8F8-FA56F8482530}" dt="2026-03-11T08:54:27.276" v="1239" actId="478"/>
          <ac:grpSpMkLst>
            <pc:docMk/>
            <pc:sldMk cId="3129155864" sldId="264"/>
            <ac:grpSpMk id="34" creationId="{38DC8F5A-4ABF-9680-C54C-0E39AEACFA30}"/>
          </ac:grpSpMkLst>
        </pc:grpChg>
        <pc:grpChg chg="add del mod">
          <ac:chgData name="munnam bhavya" userId="89817c2804f01956" providerId="LiveId" clId="{673CACA1-769E-43ED-A8F8-FA56F8482530}" dt="2026-03-10T09:40:57.257" v="1097" actId="478"/>
          <ac:grpSpMkLst>
            <pc:docMk/>
            <pc:sldMk cId="3129155864" sldId="264"/>
            <ac:grpSpMk id="35" creationId="{C6F772B3-F802-24F6-F3DA-8983B915B661}"/>
          </ac:grpSpMkLst>
        </pc:grpChg>
        <pc:grpChg chg="add del mod">
          <ac:chgData name="munnam bhavya" userId="89817c2804f01956" providerId="LiveId" clId="{673CACA1-769E-43ED-A8F8-FA56F8482530}" dt="2026-03-10T09:41:02.446" v="1098" actId="478"/>
          <ac:grpSpMkLst>
            <pc:docMk/>
            <pc:sldMk cId="3129155864" sldId="264"/>
            <ac:grpSpMk id="36" creationId="{AB0AE12F-CA4E-708F-BB5E-E79E4422E497}"/>
          </ac:grpSpMkLst>
        </pc:grpChg>
        <pc:grpChg chg="add del mod">
          <ac:chgData name="munnam bhavya" userId="89817c2804f01956" providerId="LiveId" clId="{673CACA1-769E-43ED-A8F8-FA56F8482530}" dt="2026-03-10T09:41:11.440" v="1100" actId="478"/>
          <ac:grpSpMkLst>
            <pc:docMk/>
            <pc:sldMk cId="3129155864" sldId="264"/>
            <ac:grpSpMk id="37" creationId="{53DD8028-6159-B1DD-4617-1C4068976929}"/>
          </ac:grpSpMkLst>
        </pc:grpChg>
        <pc:grpChg chg="add del mod">
          <ac:chgData name="munnam bhavya" userId="89817c2804f01956" providerId="LiveId" clId="{673CACA1-769E-43ED-A8F8-FA56F8482530}" dt="2026-03-10T09:41:24.082" v="1103" actId="478"/>
          <ac:grpSpMkLst>
            <pc:docMk/>
            <pc:sldMk cId="3129155864" sldId="264"/>
            <ac:grpSpMk id="38" creationId="{02BD710D-9D7B-B25A-D135-2B6D13336F0B}"/>
          </ac:grpSpMkLst>
        </pc:grpChg>
        <pc:grpChg chg="add mod">
          <ac:chgData name="munnam bhavya" userId="89817c2804f01956" providerId="LiveId" clId="{673CACA1-769E-43ED-A8F8-FA56F8482530}" dt="2026-03-11T09:13:49.355" v="1389" actId="1076"/>
          <ac:grpSpMkLst>
            <pc:docMk/>
            <pc:sldMk cId="3129155864" sldId="264"/>
            <ac:grpSpMk id="47" creationId="{6EC0DAB0-94A7-E7D1-3F1C-69E191D9C207}"/>
          </ac:grpSpMkLst>
        </pc:grpChg>
        <pc:picChg chg="add del mod">
          <ac:chgData name="munnam bhavya" userId="89817c2804f01956" providerId="LiveId" clId="{673CACA1-769E-43ED-A8F8-FA56F8482530}" dt="2026-03-11T08:54:45.922" v="1243" actId="478"/>
          <ac:picMkLst>
            <pc:docMk/>
            <pc:sldMk cId="3129155864" sldId="264"/>
            <ac:picMk id="85" creationId="{E7721BBD-2FF0-AC0F-3DF4-A2E6E6182475}"/>
          </ac:picMkLst>
        </pc:picChg>
        <pc:cxnChg chg="add del mod">
          <ac:chgData name="munnam bhavya" userId="89817c2804f01956" providerId="LiveId" clId="{673CACA1-769E-43ED-A8F8-FA56F8482530}" dt="2026-03-10T09:53:10.854" v="1165" actId="478"/>
          <ac:cxnSpMkLst>
            <pc:docMk/>
            <pc:sldMk cId="3129155864" sldId="264"/>
            <ac:cxnSpMk id="14" creationId="{0247B8DB-1C2E-6926-B008-A2A6809528C2}"/>
          </ac:cxnSpMkLst>
        </pc:cxnChg>
        <pc:cxnChg chg="add del">
          <ac:chgData name="munnam bhavya" userId="89817c2804f01956" providerId="LiveId" clId="{673CACA1-769E-43ED-A8F8-FA56F8482530}" dt="2026-03-10T09:47:52.046" v="1137" actId="478"/>
          <ac:cxnSpMkLst>
            <pc:docMk/>
            <pc:sldMk cId="3129155864" sldId="264"/>
            <ac:cxnSpMk id="18" creationId="{5469DF4D-60A0-DA5A-412D-5D388F33BCF3}"/>
          </ac:cxnSpMkLst>
        </pc:cxnChg>
        <pc:cxnChg chg="add del mod">
          <ac:chgData name="munnam bhavya" userId="89817c2804f01956" providerId="LiveId" clId="{673CACA1-769E-43ED-A8F8-FA56F8482530}" dt="2026-03-10T09:53:15.134" v="1166" actId="478"/>
          <ac:cxnSpMkLst>
            <pc:docMk/>
            <pc:sldMk cId="3129155864" sldId="264"/>
            <ac:cxnSpMk id="19" creationId="{9F9ABBA5-1024-65B2-5DAA-51F487DE7A6A}"/>
          </ac:cxnSpMkLst>
        </pc:cxnChg>
        <pc:cxnChg chg="add mod">
          <ac:chgData name="munnam bhavya" userId="89817c2804f01956" providerId="LiveId" clId="{673CACA1-769E-43ED-A8F8-FA56F8482530}" dt="2026-03-11T09:07:53.765" v="1330" actId="164"/>
          <ac:cxnSpMkLst>
            <pc:docMk/>
            <pc:sldMk cId="3129155864" sldId="264"/>
            <ac:cxnSpMk id="24" creationId="{8C28B176-AD43-26D7-0795-18A563E06EF6}"/>
          </ac:cxnSpMkLst>
        </pc:cxnChg>
        <pc:cxnChg chg="add del mod">
          <ac:chgData name="munnam bhavya" userId="89817c2804f01956" providerId="LiveId" clId="{673CACA1-769E-43ED-A8F8-FA56F8482530}" dt="2026-03-10T09:53:20.963" v="1168" actId="478"/>
          <ac:cxnSpMkLst>
            <pc:docMk/>
            <pc:sldMk cId="3129155864" sldId="264"/>
            <ac:cxnSpMk id="26" creationId="{928D143A-AB37-F4D5-7884-0CB572FF2F79}"/>
          </ac:cxnSpMkLst>
        </pc:cxnChg>
        <pc:cxnChg chg="add del mod">
          <ac:chgData name="munnam bhavya" userId="89817c2804f01956" providerId="LiveId" clId="{673CACA1-769E-43ED-A8F8-FA56F8482530}" dt="2026-03-10T09:53:17.899" v="1167" actId="478"/>
          <ac:cxnSpMkLst>
            <pc:docMk/>
            <pc:sldMk cId="3129155864" sldId="264"/>
            <ac:cxnSpMk id="30" creationId="{11CDC0B6-440D-FBD8-19FD-8862C219DD95}"/>
          </ac:cxnSpMkLst>
        </pc:cxnChg>
        <pc:cxnChg chg="add mod">
          <ac:chgData name="munnam bhavya" userId="89817c2804f01956" providerId="LiveId" clId="{673CACA1-769E-43ED-A8F8-FA56F8482530}" dt="2026-03-11T09:06:05.116" v="1322" actId="14100"/>
          <ac:cxnSpMkLst>
            <pc:docMk/>
            <pc:sldMk cId="3129155864" sldId="264"/>
            <ac:cxnSpMk id="36" creationId="{0C3D6FBB-2824-0FD3-72BB-0938617DDE12}"/>
          </ac:cxnSpMkLst>
        </pc:cxnChg>
        <pc:cxnChg chg="add mod">
          <ac:chgData name="munnam bhavya" userId="89817c2804f01956" providerId="LiveId" clId="{673CACA1-769E-43ED-A8F8-FA56F8482530}" dt="2026-03-11T08:56:07.152" v="1259" actId="14100"/>
          <ac:cxnSpMkLst>
            <pc:docMk/>
            <pc:sldMk cId="3129155864" sldId="264"/>
            <ac:cxnSpMk id="43" creationId="{9AAACCAD-1399-159A-24AC-BD190976B32E}"/>
          </ac:cxnSpMkLst>
        </pc:cxnChg>
        <pc:cxnChg chg="add mod">
          <ac:chgData name="munnam bhavya" userId="89817c2804f01956" providerId="LiveId" clId="{673CACA1-769E-43ED-A8F8-FA56F8482530}" dt="2026-03-11T09:07:21.654" v="1328" actId="1582"/>
          <ac:cxnSpMkLst>
            <pc:docMk/>
            <pc:sldMk cId="3129155864" sldId="264"/>
            <ac:cxnSpMk id="44" creationId="{55E64943-61C3-66AA-7FD4-3A57EB6B0238}"/>
          </ac:cxnSpMkLst>
        </pc:cxnChg>
        <pc:cxnChg chg="add mod">
          <ac:chgData name="munnam bhavya" userId="89817c2804f01956" providerId="LiveId" clId="{673CACA1-769E-43ED-A8F8-FA56F8482530}" dt="2026-03-11T08:57:07.612" v="1268" actId="14100"/>
          <ac:cxnSpMkLst>
            <pc:docMk/>
            <pc:sldMk cId="3129155864" sldId="264"/>
            <ac:cxnSpMk id="46" creationId="{2953FA83-FE40-5ECC-EE5B-2705517DDD15}"/>
          </ac:cxnSpMkLst>
        </pc:cxnChg>
        <pc:cxnChg chg="add del mod">
          <ac:chgData name="munnam bhavya" userId="89817c2804f01956" providerId="LiveId" clId="{673CACA1-769E-43ED-A8F8-FA56F8482530}" dt="2026-03-11T08:57:36.338" v="1271" actId="478"/>
          <ac:cxnSpMkLst>
            <pc:docMk/>
            <pc:sldMk cId="3129155864" sldId="264"/>
            <ac:cxnSpMk id="49" creationId="{1AE4640B-8633-32BD-DF91-B6BDA2255727}"/>
          </ac:cxnSpMkLst>
        </pc:cxnChg>
        <pc:cxnChg chg="add del mod">
          <ac:chgData name="munnam bhavya" userId="89817c2804f01956" providerId="LiveId" clId="{673CACA1-769E-43ED-A8F8-FA56F8482530}" dt="2026-03-11T08:57:46.355" v="1273" actId="478"/>
          <ac:cxnSpMkLst>
            <pc:docMk/>
            <pc:sldMk cId="3129155864" sldId="264"/>
            <ac:cxnSpMk id="52" creationId="{A73C3CEF-2AD8-EE56-2C36-C44FA118F4AD}"/>
          </ac:cxnSpMkLst>
        </pc:cxnChg>
        <pc:cxnChg chg="add mod">
          <ac:chgData name="munnam bhavya" userId="89817c2804f01956" providerId="LiveId" clId="{673CACA1-769E-43ED-A8F8-FA56F8482530}" dt="2026-03-11T09:06:09.992" v="1323" actId="14100"/>
          <ac:cxnSpMkLst>
            <pc:docMk/>
            <pc:sldMk cId="3129155864" sldId="264"/>
            <ac:cxnSpMk id="54" creationId="{336E6817-0E6E-3208-0FFF-E8E413C7249B}"/>
          </ac:cxnSpMkLst>
        </pc:cxnChg>
        <pc:cxnChg chg="add del mod">
          <ac:chgData name="munnam bhavya" userId="89817c2804f01956" providerId="LiveId" clId="{673CACA1-769E-43ED-A8F8-FA56F8482530}" dt="2026-03-10T09:41:29.883" v="1104" actId="478"/>
          <ac:cxnSpMkLst>
            <pc:docMk/>
            <pc:sldMk cId="3129155864" sldId="264"/>
            <ac:cxnSpMk id="64" creationId="{8D4ADD42-6637-D407-2B22-C1EB2C20BF7A}"/>
          </ac:cxnSpMkLst>
        </pc:cxnChg>
        <pc:cxnChg chg="add del mod">
          <ac:chgData name="munnam bhavya" userId="89817c2804f01956" providerId="LiveId" clId="{673CACA1-769E-43ED-A8F8-FA56F8482530}" dt="2026-03-10T09:41:33.176" v="1105" actId="478"/>
          <ac:cxnSpMkLst>
            <pc:docMk/>
            <pc:sldMk cId="3129155864" sldId="264"/>
            <ac:cxnSpMk id="66" creationId="{1A1DF04B-9877-9CE2-A852-2C3372BAB6FF}"/>
          </ac:cxnSpMkLst>
        </pc:cxnChg>
        <pc:cxnChg chg="add del mod">
          <ac:chgData name="munnam bhavya" userId="89817c2804f01956" providerId="LiveId" clId="{673CACA1-769E-43ED-A8F8-FA56F8482530}" dt="2026-03-10T09:41:35.855" v="1106" actId="478"/>
          <ac:cxnSpMkLst>
            <pc:docMk/>
            <pc:sldMk cId="3129155864" sldId="264"/>
            <ac:cxnSpMk id="68" creationId="{F60BEBBB-1A3F-FA00-FB8C-16AB3CFFC79F}"/>
          </ac:cxnSpMkLst>
        </pc:cxnChg>
        <pc:cxnChg chg="add del mod">
          <ac:chgData name="munnam bhavya" userId="89817c2804f01956" providerId="LiveId" clId="{673CACA1-769E-43ED-A8F8-FA56F8482530}" dt="2026-03-10T09:41:38.998" v="1107" actId="478"/>
          <ac:cxnSpMkLst>
            <pc:docMk/>
            <pc:sldMk cId="3129155864" sldId="264"/>
            <ac:cxnSpMk id="72" creationId="{115C93CC-5D2A-95D3-C923-FB0223497CAF}"/>
          </ac:cxnSpMkLst>
        </pc:cxnChg>
        <pc:cxnChg chg="add del mod">
          <ac:chgData name="munnam bhavya" userId="89817c2804f01956" providerId="LiveId" clId="{673CACA1-769E-43ED-A8F8-FA56F8482530}" dt="2026-03-10T09:41:42.056" v="1108" actId="478"/>
          <ac:cxnSpMkLst>
            <pc:docMk/>
            <pc:sldMk cId="3129155864" sldId="264"/>
            <ac:cxnSpMk id="75" creationId="{2FC2128C-D0FA-5EC6-06F8-C0EDBD9BF560}"/>
          </ac:cxnSpMkLst>
        </pc:cxnChg>
      </pc:sldChg>
      <pc:sldChg chg="addSp delSp modSp new del mod">
        <pc:chgData name="munnam bhavya" userId="89817c2804f01956" providerId="LiveId" clId="{673CACA1-769E-43ED-A8F8-FA56F8482530}" dt="2026-03-11T12:02:15.331" v="1954" actId="47"/>
        <pc:sldMkLst>
          <pc:docMk/>
          <pc:sldMk cId="3094566508" sldId="265"/>
        </pc:sldMkLst>
        <pc:spChg chg="add del mod">
          <ac:chgData name="munnam bhavya" userId="89817c2804f01956" providerId="LiveId" clId="{673CACA1-769E-43ED-A8F8-FA56F8482530}" dt="2026-03-11T09:39:08.463" v="1446" actId="22"/>
          <ac:spMkLst>
            <pc:docMk/>
            <pc:sldMk cId="3094566508" sldId="265"/>
            <ac:spMk id="3" creationId="{2306AE1D-A20B-EC1B-AFF9-F3BB09D012E5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5" creationId="{DBD13769-B97E-11C3-91C3-168105E21610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7" creationId="{15761693-B6BB-59F4-05BF-F77FB5E560FB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9" creationId="{82871F12-29E2-011C-FE09-95B365A96C1A}"/>
          </ac:spMkLst>
        </pc:spChg>
        <pc:spChg chg="add del">
          <ac:chgData name="munnam bhavya" userId="89817c2804f01956" providerId="LiveId" clId="{673CACA1-769E-43ED-A8F8-FA56F8482530}" dt="2026-03-11T09:40:33.894" v="1454" actId="22"/>
          <ac:spMkLst>
            <pc:docMk/>
            <pc:sldMk cId="3094566508" sldId="265"/>
            <ac:spMk id="11" creationId="{5EA34AC3-8C45-D9CA-2A75-E056D84F517F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13" creationId="{79C08306-C2C9-74D7-2F71-AE15A2C5A298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15" creationId="{E52C11B2-F934-06CC-87E7-403FED0BB865}"/>
          </ac:spMkLst>
        </pc:spChg>
        <pc:spChg chg="add mod topLvl">
          <ac:chgData name="munnam bhavya" userId="89817c2804f01956" providerId="LiveId" clId="{673CACA1-769E-43ED-A8F8-FA56F8482530}" dt="2026-03-11T10:24:22.451" v="1774" actId="1076"/>
          <ac:spMkLst>
            <pc:docMk/>
            <pc:sldMk cId="3094566508" sldId="265"/>
            <ac:spMk id="17" creationId="{BCF72ED1-28AD-5A62-959E-817486BC7550}"/>
          </ac:spMkLst>
        </pc:spChg>
        <pc:spChg chg="add mod">
          <ac:chgData name="munnam bhavya" userId="89817c2804f01956" providerId="LiveId" clId="{673CACA1-769E-43ED-A8F8-FA56F8482530}" dt="2026-03-11T10:21:41.299" v="1762" actId="1076"/>
          <ac:spMkLst>
            <pc:docMk/>
            <pc:sldMk cId="3094566508" sldId="265"/>
            <ac:spMk id="19" creationId="{E04EC2BF-6177-3E1C-A0F0-41E294CA9F24}"/>
          </ac:spMkLst>
        </pc:spChg>
        <pc:spChg chg="add mod">
          <ac:chgData name="munnam bhavya" userId="89817c2804f01956" providerId="LiveId" clId="{673CACA1-769E-43ED-A8F8-FA56F8482530}" dt="2026-03-11T10:02:59.701" v="1624" actId="164"/>
          <ac:spMkLst>
            <pc:docMk/>
            <pc:sldMk cId="3094566508" sldId="265"/>
            <ac:spMk id="21" creationId="{BA1D634A-F4E1-CE78-17FE-283D64C56476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23" creationId="{F8835F70-179C-47CF-8456-B1D946FC7667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25" creationId="{439B0806-63B5-2643-65CC-AF536851436D}"/>
          </ac:spMkLst>
        </pc:spChg>
        <pc:spChg chg="add mod">
          <ac:chgData name="munnam bhavya" userId="89817c2804f01956" providerId="LiveId" clId="{673CACA1-769E-43ED-A8F8-FA56F8482530}" dt="2026-03-11T09:48:17.921" v="1526" actId="767"/>
          <ac:spMkLst>
            <pc:docMk/>
            <pc:sldMk cId="3094566508" sldId="265"/>
            <ac:spMk id="26" creationId="{1247DDCC-2004-3D35-E5EE-CD49798E873C}"/>
          </ac:spMkLst>
        </pc:spChg>
        <pc:spChg chg="add del">
          <ac:chgData name="munnam bhavya" userId="89817c2804f01956" providerId="LiveId" clId="{673CACA1-769E-43ED-A8F8-FA56F8482530}" dt="2026-03-11T09:56:10.788" v="1607" actId="478"/>
          <ac:spMkLst>
            <pc:docMk/>
            <pc:sldMk cId="3094566508" sldId="265"/>
            <ac:spMk id="27" creationId="{8338E41A-5EEE-54D4-85EA-1CF35BBC3011}"/>
          </ac:spMkLst>
        </pc:spChg>
        <pc:spChg chg="add del mod">
          <ac:chgData name="munnam bhavya" userId="89817c2804f01956" providerId="LiveId" clId="{673CACA1-769E-43ED-A8F8-FA56F8482530}" dt="2026-03-11T09:55:57.713" v="1597" actId="478"/>
          <ac:spMkLst>
            <pc:docMk/>
            <pc:sldMk cId="3094566508" sldId="265"/>
            <ac:spMk id="28" creationId="{115612A4-D6AD-9F2C-6484-0D6D7821D4A2}"/>
          </ac:spMkLst>
        </pc:spChg>
        <pc:spChg chg="add mod">
          <ac:chgData name="munnam bhavya" userId="89817c2804f01956" providerId="LiveId" clId="{673CACA1-769E-43ED-A8F8-FA56F8482530}" dt="2026-03-11T10:15:20.487" v="1738" actId="14100"/>
          <ac:spMkLst>
            <pc:docMk/>
            <pc:sldMk cId="3094566508" sldId="265"/>
            <ac:spMk id="29" creationId="{6FD8D045-0570-8FD0-EDDF-0974FB6E92C0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30" creationId="{FDBEA411-C988-48FE-A517-79463FEB2B53}"/>
          </ac:spMkLst>
        </pc:spChg>
        <pc:spChg chg="add mod">
          <ac:chgData name="munnam bhavya" userId="89817c2804f01956" providerId="LiveId" clId="{673CACA1-769E-43ED-A8F8-FA56F8482530}" dt="2026-03-11T10:03:37.126" v="1630" actId="164"/>
          <ac:spMkLst>
            <pc:docMk/>
            <pc:sldMk cId="3094566508" sldId="265"/>
            <ac:spMk id="31" creationId="{C1E3F381-7FC0-8331-A99D-06FBA3EE3F5D}"/>
          </ac:spMkLst>
        </pc:spChg>
        <pc:spChg chg="add del mod">
          <ac:chgData name="munnam bhavya" userId="89817c2804f01956" providerId="LiveId" clId="{673CACA1-769E-43ED-A8F8-FA56F8482530}" dt="2026-03-11T09:56:00.355" v="1599" actId="478"/>
          <ac:spMkLst>
            <pc:docMk/>
            <pc:sldMk cId="3094566508" sldId="265"/>
            <ac:spMk id="32" creationId="{09C3C2F4-F04E-830E-DBB0-0CB2B333D823}"/>
          </ac:spMkLst>
        </pc:spChg>
        <pc:spChg chg="add del mod">
          <ac:chgData name="munnam bhavya" userId="89817c2804f01956" providerId="LiveId" clId="{673CACA1-769E-43ED-A8F8-FA56F8482530}" dt="2026-03-11T09:56:02.035" v="1600" actId="478"/>
          <ac:spMkLst>
            <pc:docMk/>
            <pc:sldMk cId="3094566508" sldId="265"/>
            <ac:spMk id="33" creationId="{E1ED1C26-DFE7-800E-2865-66A6F96E741C}"/>
          </ac:spMkLst>
        </pc:spChg>
        <pc:spChg chg="add del mod">
          <ac:chgData name="munnam bhavya" userId="89817c2804f01956" providerId="LiveId" clId="{673CACA1-769E-43ED-A8F8-FA56F8482530}" dt="2026-03-11T09:56:05.618" v="1603" actId="478"/>
          <ac:spMkLst>
            <pc:docMk/>
            <pc:sldMk cId="3094566508" sldId="265"/>
            <ac:spMk id="34" creationId="{8014546D-E374-85AD-6267-F5C80E4F22FF}"/>
          </ac:spMkLst>
        </pc:spChg>
        <pc:spChg chg="add del mod">
          <ac:chgData name="munnam bhavya" userId="89817c2804f01956" providerId="LiveId" clId="{673CACA1-769E-43ED-A8F8-FA56F8482530}" dt="2026-03-11T09:56:03.386" v="1601" actId="478"/>
          <ac:spMkLst>
            <pc:docMk/>
            <pc:sldMk cId="3094566508" sldId="265"/>
            <ac:spMk id="35" creationId="{0E77AE7A-8A3A-1C8F-D33D-51A593F708BC}"/>
          </ac:spMkLst>
        </pc:spChg>
        <pc:spChg chg="add del mod">
          <ac:chgData name="munnam bhavya" userId="89817c2804f01956" providerId="LiveId" clId="{673CACA1-769E-43ED-A8F8-FA56F8482530}" dt="2026-03-11T09:54:18.541" v="1567" actId="478"/>
          <ac:spMkLst>
            <pc:docMk/>
            <pc:sldMk cId="3094566508" sldId="265"/>
            <ac:spMk id="36" creationId="{F4DF0C38-1724-644F-45A1-C04FBCB46366}"/>
          </ac:spMkLst>
        </pc:spChg>
        <pc:spChg chg="add del mod">
          <ac:chgData name="munnam bhavya" userId="89817c2804f01956" providerId="LiveId" clId="{673CACA1-769E-43ED-A8F8-FA56F8482530}" dt="2026-03-11T09:56:07.907" v="1605" actId="478"/>
          <ac:spMkLst>
            <pc:docMk/>
            <pc:sldMk cId="3094566508" sldId="265"/>
            <ac:spMk id="37" creationId="{497CDCFC-5F16-278E-5C6C-0139D1CBCA0D}"/>
          </ac:spMkLst>
        </pc:spChg>
        <pc:spChg chg="add del mod">
          <ac:chgData name="munnam bhavya" userId="89817c2804f01956" providerId="LiveId" clId="{673CACA1-769E-43ED-A8F8-FA56F8482530}" dt="2026-03-11T09:54:51.393" v="1577" actId="478"/>
          <ac:spMkLst>
            <pc:docMk/>
            <pc:sldMk cId="3094566508" sldId="265"/>
            <ac:spMk id="38" creationId="{E0CBBE88-EB06-A4A1-CE64-B0C37FD78A9B}"/>
          </ac:spMkLst>
        </pc:spChg>
        <pc:spChg chg="add del mod">
          <ac:chgData name="munnam bhavya" userId="89817c2804f01956" providerId="LiveId" clId="{673CACA1-769E-43ED-A8F8-FA56F8482530}" dt="2026-03-11T09:55:12.256" v="1586" actId="478"/>
          <ac:spMkLst>
            <pc:docMk/>
            <pc:sldMk cId="3094566508" sldId="265"/>
            <ac:spMk id="39" creationId="{0666C06F-8792-25E2-DB35-D142DA89C580}"/>
          </ac:spMkLst>
        </pc:spChg>
        <pc:spChg chg="add del mod">
          <ac:chgData name="munnam bhavya" userId="89817c2804f01956" providerId="LiveId" clId="{673CACA1-769E-43ED-A8F8-FA56F8482530}" dt="2026-03-11T09:54:58.302" v="1582" actId="478"/>
          <ac:spMkLst>
            <pc:docMk/>
            <pc:sldMk cId="3094566508" sldId="265"/>
            <ac:spMk id="40" creationId="{274931A3-AAA3-E9F7-F126-0D61DDB48183}"/>
          </ac:spMkLst>
        </pc:spChg>
        <pc:spChg chg="add del mod">
          <ac:chgData name="munnam bhavya" userId="89817c2804f01956" providerId="LiveId" clId="{673CACA1-769E-43ED-A8F8-FA56F8482530}" dt="2026-03-11T09:54:47.686" v="1574" actId="478"/>
          <ac:spMkLst>
            <pc:docMk/>
            <pc:sldMk cId="3094566508" sldId="265"/>
            <ac:spMk id="41" creationId="{3731B50E-9C32-3F4E-C7A0-30D8BC00EE3D}"/>
          </ac:spMkLst>
        </pc:spChg>
        <pc:spChg chg="add del mod">
          <ac:chgData name="munnam bhavya" userId="89817c2804f01956" providerId="LiveId" clId="{673CACA1-769E-43ED-A8F8-FA56F8482530}" dt="2026-03-11T09:54:50.456" v="1576" actId="478"/>
          <ac:spMkLst>
            <pc:docMk/>
            <pc:sldMk cId="3094566508" sldId="265"/>
            <ac:spMk id="42" creationId="{EE1F50D6-C1BE-EB89-7AE3-F1C634190C6F}"/>
          </ac:spMkLst>
        </pc:spChg>
        <pc:spChg chg="add del mod">
          <ac:chgData name="munnam bhavya" userId="89817c2804f01956" providerId="LiveId" clId="{673CACA1-769E-43ED-A8F8-FA56F8482530}" dt="2026-03-11T09:55:03.233" v="1585" actId="478"/>
          <ac:spMkLst>
            <pc:docMk/>
            <pc:sldMk cId="3094566508" sldId="265"/>
            <ac:spMk id="43" creationId="{2F125BEF-E2F3-6522-727B-40505471CB96}"/>
          </ac:spMkLst>
        </pc:spChg>
        <pc:spChg chg="add del mod">
          <ac:chgData name="munnam bhavya" userId="89817c2804f01956" providerId="LiveId" clId="{673CACA1-769E-43ED-A8F8-FA56F8482530}" dt="2026-03-11T09:54:57.551" v="1581" actId="478"/>
          <ac:spMkLst>
            <pc:docMk/>
            <pc:sldMk cId="3094566508" sldId="265"/>
            <ac:spMk id="44" creationId="{F5673533-8106-5521-8BCE-3754B6243CA1}"/>
          </ac:spMkLst>
        </pc:spChg>
        <pc:spChg chg="add del mod">
          <ac:chgData name="munnam bhavya" userId="89817c2804f01956" providerId="LiveId" clId="{673CACA1-769E-43ED-A8F8-FA56F8482530}" dt="2026-03-11T09:55:32.858" v="1592" actId="478"/>
          <ac:spMkLst>
            <pc:docMk/>
            <pc:sldMk cId="3094566508" sldId="265"/>
            <ac:spMk id="45" creationId="{3C7CB4A1-9B15-2C8D-621A-0EA2C846F11C}"/>
          </ac:spMkLst>
        </pc:spChg>
        <pc:spChg chg="add del mod">
          <ac:chgData name="munnam bhavya" userId="89817c2804f01956" providerId="LiveId" clId="{673CACA1-769E-43ED-A8F8-FA56F8482530}" dt="2026-03-11T09:55:15.585" v="1588" actId="478"/>
          <ac:spMkLst>
            <pc:docMk/>
            <pc:sldMk cId="3094566508" sldId="265"/>
            <ac:spMk id="46" creationId="{E6F7C710-CE73-774C-63E5-116DC61265BF}"/>
          </ac:spMkLst>
        </pc:spChg>
        <pc:spChg chg="add del mod">
          <ac:chgData name="munnam bhavya" userId="89817c2804f01956" providerId="LiveId" clId="{673CACA1-769E-43ED-A8F8-FA56F8482530}" dt="2026-03-11T09:54:46.315" v="1573" actId="478"/>
          <ac:spMkLst>
            <pc:docMk/>
            <pc:sldMk cId="3094566508" sldId="265"/>
            <ac:spMk id="47" creationId="{B015E5BE-CC09-124B-6061-BC0C86671EEE}"/>
          </ac:spMkLst>
        </pc:spChg>
        <pc:spChg chg="add del mod">
          <ac:chgData name="munnam bhavya" userId="89817c2804f01956" providerId="LiveId" clId="{673CACA1-769E-43ED-A8F8-FA56F8482530}" dt="2026-03-11T09:54:49.345" v="1575" actId="478"/>
          <ac:spMkLst>
            <pc:docMk/>
            <pc:sldMk cId="3094566508" sldId="265"/>
            <ac:spMk id="48" creationId="{AF55DA7D-4D0A-4F15-1F0A-41A9496FC8DA}"/>
          </ac:spMkLst>
        </pc:spChg>
        <pc:spChg chg="add del mod">
          <ac:chgData name="munnam bhavya" userId="89817c2804f01956" providerId="LiveId" clId="{673CACA1-769E-43ED-A8F8-FA56F8482530}" dt="2026-03-11T09:55:02.006" v="1584" actId="478"/>
          <ac:spMkLst>
            <pc:docMk/>
            <pc:sldMk cId="3094566508" sldId="265"/>
            <ac:spMk id="49" creationId="{AB9ACC24-62DF-4E69-E1BC-82F0BD358F2E}"/>
          </ac:spMkLst>
        </pc:spChg>
        <pc:spChg chg="add del mod">
          <ac:chgData name="munnam bhavya" userId="89817c2804f01956" providerId="LiveId" clId="{673CACA1-769E-43ED-A8F8-FA56F8482530}" dt="2026-03-11T09:54:56.543" v="1580" actId="478"/>
          <ac:spMkLst>
            <pc:docMk/>
            <pc:sldMk cId="3094566508" sldId="265"/>
            <ac:spMk id="50" creationId="{13E6483B-35F9-E99C-1C8E-94E4C4CDCC35}"/>
          </ac:spMkLst>
        </pc:spChg>
        <pc:spChg chg="add del mod">
          <ac:chgData name="munnam bhavya" userId="89817c2804f01956" providerId="LiveId" clId="{673CACA1-769E-43ED-A8F8-FA56F8482530}" dt="2026-03-11T09:56:09.737" v="1606" actId="478"/>
          <ac:spMkLst>
            <pc:docMk/>
            <pc:sldMk cId="3094566508" sldId="265"/>
            <ac:spMk id="51" creationId="{4ADACCCB-1313-687D-5597-678171EF7CF4}"/>
          </ac:spMkLst>
        </pc:spChg>
        <pc:spChg chg="add del mod">
          <ac:chgData name="munnam bhavya" userId="89817c2804f01956" providerId="LiveId" clId="{673CACA1-769E-43ED-A8F8-FA56F8482530}" dt="2026-03-11T09:55:56.561" v="1596" actId="478"/>
          <ac:spMkLst>
            <pc:docMk/>
            <pc:sldMk cId="3094566508" sldId="265"/>
            <ac:spMk id="52" creationId="{AD40C224-9685-DF15-415B-00790A26DE97}"/>
          </ac:spMkLst>
        </pc:spChg>
        <pc:spChg chg="add del mod">
          <ac:chgData name="munnam bhavya" userId="89817c2804f01956" providerId="LiveId" clId="{673CACA1-769E-43ED-A8F8-FA56F8482530}" dt="2026-03-11T09:55:59.182" v="1598" actId="478"/>
          <ac:spMkLst>
            <pc:docMk/>
            <pc:sldMk cId="3094566508" sldId="265"/>
            <ac:spMk id="53" creationId="{FD92ED66-AA4C-BE4A-1987-0697F4875492}"/>
          </ac:spMkLst>
        </pc:spChg>
        <pc:spChg chg="add mod">
          <ac:chgData name="munnam bhavya" userId="89817c2804f01956" providerId="LiveId" clId="{673CACA1-769E-43ED-A8F8-FA56F8482530}" dt="2026-03-11T10:10:09.650" v="1680" actId="1076"/>
          <ac:spMkLst>
            <pc:docMk/>
            <pc:sldMk cId="3094566508" sldId="265"/>
            <ac:spMk id="54" creationId="{FF044BBD-CB90-86E3-868B-88245C334747}"/>
          </ac:spMkLst>
        </pc:spChg>
        <pc:spChg chg="add del mod">
          <ac:chgData name="munnam bhavya" userId="89817c2804f01956" providerId="LiveId" clId="{673CACA1-769E-43ED-A8F8-FA56F8482530}" dt="2026-03-11T09:56:04.482" v="1602" actId="478"/>
          <ac:spMkLst>
            <pc:docMk/>
            <pc:sldMk cId="3094566508" sldId="265"/>
            <ac:spMk id="55" creationId="{2BC58425-2558-D770-076B-630A9B61B507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56" creationId="{43F560EF-8C70-D23D-1B70-64627FA8965B}"/>
          </ac:spMkLst>
        </pc:spChg>
        <pc:spChg chg="add del mod">
          <ac:chgData name="munnam bhavya" userId="89817c2804f01956" providerId="LiveId" clId="{673CACA1-769E-43ED-A8F8-FA56F8482530}" dt="2026-03-11T09:56:06.820" v="1604" actId="478"/>
          <ac:spMkLst>
            <pc:docMk/>
            <pc:sldMk cId="3094566508" sldId="265"/>
            <ac:spMk id="57" creationId="{EE651891-7854-6638-A9C7-F48A5EF4FBE6}"/>
          </ac:spMkLst>
        </pc:spChg>
        <pc:spChg chg="add mod">
          <ac:chgData name="munnam bhavya" userId="89817c2804f01956" providerId="LiveId" clId="{673CACA1-769E-43ED-A8F8-FA56F8482530}" dt="2026-03-11T10:08:24.224" v="1665" actId="1582"/>
          <ac:spMkLst>
            <pc:docMk/>
            <pc:sldMk cId="3094566508" sldId="265"/>
            <ac:spMk id="58" creationId="{60C9E2C0-243E-1FE0-3C4E-10EB352F9E52}"/>
          </ac:spMkLst>
        </pc:spChg>
        <pc:spChg chg="add mod">
          <ac:chgData name="munnam bhavya" userId="89817c2804f01956" providerId="LiveId" clId="{673CACA1-769E-43ED-A8F8-FA56F8482530}" dt="2026-03-11T10:03:17.491" v="1627" actId="164"/>
          <ac:spMkLst>
            <pc:docMk/>
            <pc:sldMk cId="3094566508" sldId="265"/>
            <ac:spMk id="59" creationId="{4B8E292D-6806-970C-DA98-4D0F6508E4D7}"/>
          </ac:spMkLst>
        </pc:spChg>
        <pc:spChg chg="add mod topLvl">
          <ac:chgData name="munnam bhavya" userId="89817c2804f01956" providerId="LiveId" clId="{673CACA1-769E-43ED-A8F8-FA56F8482530}" dt="2026-03-11T10:04:29.564" v="1639" actId="164"/>
          <ac:spMkLst>
            <pc:docMk/>
            <pc:sldMk cId="3094566508" sldId="265"/>
            <ac:spMk id="60" creationId="{A8B19477-162E-CDB3-6DBD-5A1A5CAFAEB2}"/>
          </ac:spMkLst>
        </pc:spChg>
        <pc:spChg chg="add mod">
          <ac:chgData name="munnam bhavya" userId="89817c2804f01956" providerId="LiveId" clId="{673CACA1-769E-43ED-A8F8-FA56F8482530}" dt="2026-03-11T10:21:36.590" v="1761" actId="1076"/>
          <ac:spMkLst>
            <pc:docMk/>
            <pc:sldMk cId="3094566508" sldId="265"/>
            <ac:spMk id="61" creationId="{6D03219D-9BE2-3B34-5D71-69375BD0DA1F}"/>
          </ac:spMkLst>
        </pc:spChg>
        <pc:spChg chg="add mod">
          <ac:chgData name="munnam bhavya" userId="89817c2804f01956" providerId="LiveId" clId="{673CACA1-769E-43ED-A8F8-FA56F8482530}" dt="2026-03-11T10:02:59.701" v="1624" actId="164"/>
          <ac:spMkLst>
            <pc:docMk/>
            <pc:sldMk cId="3094566508" sldId="265"/>
            <ac:spMk id="62" creationId="{72CDE263-658D-5A07-F01E-650A07947B37}"/>
          </ac:spMkLst>
        </pc:spChg>
        <pc:spChg chg="add mod">
          <ac:chgData name="munnam bhavya" userId="89817c2804f01956" providerId="LiveId" clId="{673CACA1-769E-43ED-A8F8-FA56F8482530}" dt="2026-03-11T10:12:12.046" v="1697"/>
          <ac:spMkLst>
            <pc:docMk/>
            <pc:sldMk cId="3094566508" sldId="265"/>
            <ac:spMk id="77" creationId="{A7F949C0-7E83-500E-1E13-EF55004D5F0B}"/>
          </ac:spMkLst>
        </pc:spChg>
        <pc:spChg chg="add mod">
          <ac:chgData name="munnam bhavya" userId="89817c2804f01956" providerId="LiveId" clId="{673CACA1-769E-43ED-A8F8-FA56F8482530}" dt="2026-03-11T11:29:42.940" v="1853" actId="255"/>
          <ac:spMkLst>
            <pc:docMk/>
            <pc:sldMk cId="3094566508" sldId="265"/>
            <ac:spMk id="116" creationId="{48048C8F-39BB-27CD-A0DE-8156BB976910}"/>
          </ac:spMkLst>
        </pc:spChg>
        <pc:grpChg chg="add mod">
          <ac:chgData name="munnam bhavya" userId="89817c2804f01956" providerId="LiveId" clId="{673CACA1-769E-43ED-A8F8-FA56F8482530}" dt="2026-03-11T10:21:59.539" v="1764" actId="1076"/>
          <ac:grpSpMkLst>
            <pc:docMk/>
            <pc:sldMk cId="3094566508" sldId="265"/>
            <ac:grpSpMk id="63" creationId="{9F363BE9-5050-EB53-16D1-DF78FD0F87D1}"/>
          </ac:grpSpMkLst>
        </pc:grpChg>
        <pc:grpChg chg="add mod">
          <ac:chgData name="munnam bhavya" userId="89817c2804f01956" providerId="LiveId" clId="{673CACA1-769E-43ED-A8F8-FA56F8482530}" dt="2026-03-11T10:10:16.921" v="1681" actId="1076"/>
          <ac:grpSpMkLst>
            <pc:docMk/>
            <pc:sldMk cId="3094566508" sldId="265"/>
            <ac:grpSpMk id="64" creationId="{88908D85-D648-F71C-3959-39B817599731}"/>
          </ac:grpSpMkLst>
        </pc:grpChg>
        <pc:grpChg chg="add mod">
          <ac:chgData name="munnam bhavya" userId="89817c2804f01956" providerId="LiveId" clId="{673CACA1-769E-43ED-A8F8-FA56F8482530}" dt="2026-03-11T10:03:10.714" v="1626" actId="14100"/>
          <ac:grpSpMkLst>
            <pc:docMk/>
            <pc:sldMk cId="3094566508" sldId="265"/>
            <ac:grpSpMk id="65" creationId="{38AB4B3B-24F8-12DE-7224-96846E499451}"/>
          </ac:grpSpMkLst>
        </pc:grpChg>
        <pc:grpChg chg="add mod">
          <ac:chgData name="munnam bhavya" userId="89817c2804f01956" providerId="LiveId" clId="{673CACA1-769E-43ED-A8F8-FA56F8482530}" dt="2026-03-11T10:09:29.830" v="1671" actId="1076"/>
          <ac:grpSpMkLst>
            <pc:docMk/>
            <pc:sldMk cId="3094566508" sldId="265"/>
            <ac:grpSpMk id="66" creationId="{2730C548-D957-1ECC-6BD2-88B1AD131ED6}"/>
          </ac:grpSpMkLst>
        </pc:grpChg>
        <pc:grpChg chg="add mod topLvl">
          <ac:chgData name="munnam bhavya" userId="89817c2804f01956" providerId="LiveId" clId="{673CACA1-769E-43ED-A8F8-FA56F8482530}" dt="2026-03-11T10:15:03.579" v="1733" actId="1076"/>
          <ac:grpSpMkLst>
            <pc:docMk/>
            <pc:sldMk cId="3094566508" sldId="265"/>
            <ac:grpSpMk id="67" creationId="{B1C8EF6C-B98A-5C05-007C-4BFD372139C7}"/>
          </ac:grpSpMkLst>
        </pc:grpChg>
        <pc:grpChg chg="add del mod">
          <ac:chgData name="munnam bhavya" userId="89817c2804f01956" providerId="LiveId" clId="{673CACA1-769E-43ED-A8F8-FA56F8482530}" dt="2026-03-11T10:04:22.892" v="1638" actId="165"/>
          <ac:grpSpMkLst>
            <pc:docMk/>
            <pc:sldMk cId="3094566508" sldId="265"/>
            <ac:grpSpMk id="68" creationId="{408C7FC5-00ED-144C-941E-928D18A740A4}"/>
          </ac:grpSpMkLst>
        </pc:grpChg>
        <pc:grpChg chg="add mod">
          <ac:chgData name="munnam bhavya" userId="89817c2804f01956" providerId="LiveId" clId="{673CACA1-769E-43ED-A8F8-FA56F8482530}" dt="2026-03-11T10:09:46.065" v="1674" actId="1076"/>
          <ac:grpSpMkLst>
            <pc:docMk/>
            <pc:sldMk cId="3094566508" sldId="265"/>
            <ac:grpSpMk id="69" creationId="{25027546-5DCD-A6EA-3306-6C443677448E}"/>
          </ac:grpSpMkLst>
        </pc:grpChg>
        <pc:grpChg chg="add mod">
          <ac:chgData name="munnam bhavya" userId="89817c2804f01956" providerId="LiveId" clId="{673CACA1-769E-43ED-A8F8-FA56F8482530}" dt="2026-03-11T11:29:49.878" v="1854" actId="1076"/>
          <ac:grpSpMkLst>
            <pc:docMk/>
            <pc:sldMk cId="3094566508" sldId="265"/>
            <ac:grpSpMk id="70" creationId="{F2B2AB1B-3FD8-26D8-08E2-11B8411E7A7D}"/>
          </ac:grpSpMkLst>
        </pc:grpChg>
        <pc:grpChg chg="add mod">
          <ac:chgData name="munnam bhavya" userId="89817c2804f01956" providerId="LiveId" clId="{673CACA1-769E-43ED-A8F8-FA56F8482530}" dt="2026-03-11T10:13:27.189" v="1717" actId="1076"/>
          <ac:grpSpMkLst>
            <pc:docMk/>
            <pc:sldMk cId="3094566508" sldId="265"/>
            <ac:grpSpMk id="71" creationId="{7F6374C7-B429-2A9D-1861-8EE64C7458C5}"/>
          </ac:grpSpMkLst>
        </pc:grpChg>
        <pc:grpChg chg="add mod">
          <ac:chgData name="munnam bhavya" userId="89817c2804f01956" providerId="LiveId" clId="{673CACA1-769E-43ED-A8F8-FA56F8482530}" dt="2026-03-11T10:10:05.423" v="1679" actId="1076"/>
          <ac:grpSpMkLst>
            <pc:docMk/>
            <pc:sldMk cId="3094566508" sldId="265"/>
            <ac:grpSpMk id="72" creationId="{43A40018-50E8-682A-2148-ECE473604425}"/>
          </ac:grpSpMkLst>
        </pc:grpChg>
        <pc:grpChg chg="add mod">
          <ac:chgData name="munnam bhavya" userId="89817c2804f01956" providerId="LiveId" clId="{673CACA1-769E-43ED-A8F8-FA56F8482530}" dt="2026-03-11T10:24:14.469" v="1772" actId="1076"/>
          <ac:grpSpMkLst>
            <pc:docMk/>
            <pc:sldMk cId="3094566508" sldId="265"/>
            <ac:grpSpMk id="73" creationId="{2F1B0128-38D4-001E-0218-77F55CAEA85C}"/>
          </ac:grpSpMkLst>
        </pc:grpChg>
        <pc:picChg chg="add mod">
          <ac:chgData name="munnam bhavya" userId="89817c2804f01956" providerId="LiveId" clId="{673CACA1-769E-43ED-A8F8-FA56F8482530}" dt="2026-03-11T10:29:44.630" v="1813" actId="1076"/>
          <ac:picMkLst>
            <pc:docMk/>
            <pc:sldMk cId="3094566508" sldId="265"/>
            <ac:picMk id="74" creationId="{A5149334-28A5-B9A6-ADBA-28298EC2B8F8}"/>
          </ac:picMkLst>
        </pc:picChg>
        <pc:picChg chg="add mod">
          <ac:chgData name="munnam bhavya" userId="89817c2804f01956" providerId="LiveId" clId="{673CACA1-769E-43ED-A8F8-FA56F8482530}" dt="2026-03-11T10:16:02.168" v="1745" actId="14100"/>
          <ac:picMkLst>
            <pc:docMk/>
            <pc:sldMk cId="3094566508" sldId="265"/>
            <ac:picMk id="75" creationId="{288EBDA4-0C5D-6C89-2D51-3088F5EFEE60}"/>
          </ac:picMkLst>
        </pc:picChg>
        <pc:picChg chg="add mod">
          <ac:chgData name="munnam bhavya" userId="89817c2804f01956" providerId="LiveId" clId="{673CACA1-769E-43ED-A8F8-FA56F8482530}" dt="2026-03-11T10:15:38.267" v="1741" actId="14100"/>
          <ac:picMkLst>
            <pc:docMk/>
            <pc:sldMk cId="3094566508" sldId="265"/>
            <ac:picMk id="76" creationId="{80B03FA1-BB85-EBB1-7879-9A815DE424EB}"/>
          </ac:picMkLst>
        </pc:picChg>
        <pc:picChg chg="add mod">
          <ac:chgData name="munnam bhavya" userId="89817c2804f01956" providerId="LiveId" clId="{673CACA1-769E-43ED-A8F8-FA56F8482530}" dt="2026-03-11T10:17:18.878" v="1749" actId="14100"/>
          <ac:picMkLst>
            <pc:docMk/>
            <pc:sldMk cId="3094566508" sldId="265"/>
            <ac:picMk id="78" creationId="{08984E75-A76E-C131-0ACB-6BD9DEF706DA}"/>
          </ac:picMkLst>
        </pc:picChg>
        <pc:picChg chg="add mod">
          <ac:chgData name="munnam bhavya" userId="89817c2804f01956" providerId="LiveId" clId="{673CACA1-769E-43ED-A8F8-FA56F8482530}" dt="2026-03-11T10:14:45.909" v="1730" actId="1076"/>
          <ac:picMkLst>
            <pc:docMk/>
            <pc:sldMk cId="3094566508" sldId="265"/>
            <ac:picMk id="79" creationId="{F2966A8C-192D-CD50-1E3F-54564EBA6AC0}"/>
          </ac:picMkLst>
        </pc:picChg>
        <pc:picChg chg="add mod">
          <ac:chgData name="munnam bhavya" userId="89817c2804f01956" providerId="LiveId" clId="{673CACA1-769E-43ED-A8F8-FA56F8482530}" dt="2026-03-11T10:18:03.717" v="1755" actId="1076"/>
          <ac:picMkLst>
            <pc:docMk/>
            <pc:sldMk cId="3094566508" sldId="265"/>
            <ac:picMk id="80" creationId="{0E95EAC2-A583-2E17-73ED-8C1EC62A1CD8}"/>
          </ac:picMkLst>
        </pc:picChg>
        <pc:picChg chg="add mod">
          <ac:chgData name="munnam bhavya" userId="89817c2804f01956" providerId="LiveId" clId="{673CACA1-769E-43ED-A8F8-FA56F8482530}" dt="2026-03-11T10:22:11.549" v="1766" actId="14100"/>
          <ac:picMkLst>
            <pc:docMk/>
            <pc:sldMk cId="3094566508" sldId="265"/>
            <ac:picMk id="82" creationId="{4DF9F596-95EF-CA80-36A3-091840377763}"/>
          </ac:picMkLst>
        </pc:picChg>
        <pc:picChg chg="add mod">
          <ac:chgData name="munnam bhavya" userId="89817c2804f01956" providerId="LiveId" clId="{673CACA1-769E-43ED-A8F8-FA56F8482530}" dt="2026-03-11T10:24:29.865" v="1776" actId="1076"/>
          <ac:picMkLst>
            <pc:docMk/>
            <pc:sldMk cId="3094566508" sldId="265"/>
            <ac:picMk id="84" creationId="{104DDE6F-3AEA-DDDF-841A-DF37B22E9739}"/>
          </ac:picMkLst>
        </pc:picChg>
        <pc:cxnChg chg="add mod">
          <ac:chgData name="munnam bhavya" userId="89817c2804f01956" providerId="LiveId" clId="{673CACA1-769E-43ED-A8F8-FA56F8482530}" dt="2026-03-11T10:24:55.331" v="1778" actId="208"/>
          <ac:cxnSpMkLst>
            <pc:docMk/>
            <pc:sldMk cId="3094566508" sldId="265"/>
            <ac:cxnSpMk id="86" creationId="{9000686E-BDE3-99E1-55E1-099DC3423ECD}"/>
          </ac:cxnSpMkLst>
        </pc:cxnChg>
        <pc:cxnChg chg="add mod">
          <ac:chgData name="munnam bhavya" userId="89817c2804f01956" providerId="LiveId" clId="{673CACA1-769E-43ED-A8F8-FA56F8482530}" dt="2026-03-11T10:25:39.925" v="1784" actId="14100"/>
          <ac:cxnSpMkLst>
            <pc:docMk/>
            <pc:sldMk cId="3094566508" sldId="265"/>
            <ac:cxnSpMk id="88" creationId="{2FE636D2-BC0E-0D6A-B533-D7B237CAE973}"/>
          </ac:cxnSpMkLst>
        </pc:cxnChg>
        <pc:cxnChg chg="add mod">
          <ac:chgData name="munnam bhavya" userId="89817c2804f01956" providerId="LiveId" clId="{673CACA1-769E-43ED-A8F8-FA56F8482530}" dt="2026-03-11T10:25:56.159" v="1787" actId="14100"/>
          <ac:cxnSpMkLst>
            <pc:docMk/>
            <pc:sldMk cId="3094566508" sldId="265"/>
            <ac:cxnSpMk id="92" creationId="{A0D49291-16A9-A82E-5C64-C23FDE71DFD3}"/>
          </ac:cxnSpMkLst>
        </pc:cxnChg>
        <pc:cxnChg chg="add del mod">
          <ac:chgData name="munnam bhavya" userId="89817c2804f01956" providerId="LiveId" clId="{673CACA1-769E-43ED-A8F8-FA56F8482530}" dt="2026-03-11T10:26:16.926" v="1791" actId="478"/>
          <ac:cxnSpMkLst>
            <pc:docMk/>
            <pc:sldMk cId="3094566508" sldId="265"/>
            <ac:cxnSpMk id="94" creationId="{2A66A1FF-3750-1A89-D329-A2FEFFCB20BD}"/>
          </ac:cxnSpMkLst>
        </pc:cxnChg>
        <pc:cxnChg chg="add mod">
          <ac:chgData name="munnam bhavya" userId="89817c2804f01956" providerId="LiveId" clId="{673CACA1-769E-43ED-A8F8-FA56F8482530}" dt="2026-03-11T10:29:17.039" v="1811" actId="208"/>
          <ac:cxnSpMkLst>
            <pc:docMk/>
            <pc:sldMk cId="3094566508" sldId="265"/>
            <ac:cxnSpMk id="97" creationId="{B82965EC-1668-92E9-CE61-731869F9DEA2}"/>
          </ac:cxnSpMkLst>
        </pc:cxnChg>
        <pc:cxnChg chg="add mod">
          <ac:chgData name="munnam bhavya" userId="89817c2804f01956" providerId="LiveId" clId="{673CACA1-769E-43ED-A8F8-FA56F8482530}" dt="2026-03-11T10:29:17.039" v="1811" actId="208"/>
          <ac:cxnSpMkLst>
            <pc:docMk/>
            <pc:sldMk cId="3094566508" sldId="265"/>
            <ac:cxnSpMk id="99" creationId="{4E74B184-F14F-DB24-4240-BB8AC4CBF99E}"/>
          </ac:cxnSpMkLst>
        </pc:cxnChg>
        <pc:cxnChg chg="add mod">
          <ac:chgData name="munnam bhavya" userId="89817c2804f01956" providerId="LiveId" clId="{673CACA1-769E-43ED-A8F8-FA56F8482530}" dt="2026-03-11T10:29:17.039" v="1811" actId="208"/>
          <ac:cxnSpMkLst>
            <pc:docMk/>
            <pc:sldMk cId="3094566508" sldId="265"/>
            <ac:cxnSpMk id="104" creationId="{2A9F546E-539C-0EE2-55C3-74CE31293F12}"/>
          </ac:cxnSpMkLst>
        </pc:cxnChg>
        <pc:cxnChg chg="add mod">
          <ac:chgData name="munnam bhavya" userId="89817c2804f01956" providerId="LiveId" clId="{673CACA1-769E-43ED-A8F8-FA56F8482530}" dt="2026-03-11T11:29:49.878" v="1854" actId="1076"/>
          <ac:cxnSpMkLst>
            <pc:docMk/>
            <pc:sldMk cId="3094566508" sldId="265"/>
            <ac:cxnSpMk id="107" creationId="{F64C34B1-A36D-145B-E33F-6578440EBFCC}"/>
          </ac:cxnSpMkLst>
        </pc:cxnChg>
        <pc:cxnChg chg="add mod">
          <ac:chgData name="munnam bhavya" userId="89817c2804f01956" providerId="LiveId" clId="{673CACA1-769E-43ED-A8F8-FA56F8482530}" dt="2026-03-11T10:29:17.039" v="1811" actId="208"/>
          <ac:cxnSpMkLst>
            <pc:docMk/>
            <pc:sldMk cId="3094566508" sldId="265"/>
            <ac:cxnSpMk id="109" creationId="{44A0340A-1001-AAE6-5719-968DAF38B7A5}"/>
          </ac:cxnSpMkLst>
        </pc:cxnChg>
        <pc:cxnChg chg="add mod">
          <ac:chgData name="munnam bhavya" userId="89817c2804f01956" providerId="LiveId" clId="{673CACA1-769E-43ED-A8F8-FA56F8482530}" dt="2026-03-11T10:29:17.039" v="1811" actId="208"/>
          <ac:cxnSpMkLst>
            <pc:docMk/>
            <pc:sldMk cId="3094566508" sldId="265"/>
            <ac:cxnSpMk id="112" creationId="{1C323AE0-FAA9-920A-2D5F-2C4337A5F69D}"/>
          </ac:cxnSpMkLst>
        </pc:cxnChg>
      </pc:sldChg>
      <pc:sldChg chg="addSp modSp new del mod ord">
        <pc:chgData name="munnam bhavya" userId="89817c2804f01956" providerId="LiveId" clId="{673CACA1-769E-43ED-A8F8-FA56F8482530}" dt="2026-03-11T11:29:24.751" v="1851" actId="47"/>
        <pc:sldMkLst>
          <pc:docMk/>
          <pc:sldMk cId="4263159261" sldId="266"/>
        </pc:sldMkLst>
        <pc:spChg chg="add mod">
          <ac:chgData name="munnam bhavya" userId="89817c2804f01956" providerId="LiveId" clId="{673CACA1-769E-43ED-A8F8-FA56F8482530}" dt="2026-03-11T11:29:01.810" v="1848" actId="1076"/>
          <ac:spMkLst>
            <pc:docMk/>
            <pc:sldMk cId="4263159261" sldId="266"/>
            <ac:spMk id="2" creationId="{DFC2AB25-92EA-57C3-B9D0-D3121580E6C4}"/>
          </ac:spMkLst>
        </pc:spChg>
        <pc:spChg chg="add mod">
          <ac:chgData name="munnam bhavya" userId="89817c2804f01956" providerId="LiveId" clId="{673CACA1-769E-43ED-A8F8-FA56F8482530}" dt="2026-03-11T11:29:01.810" v="1848" actId="1076"/>
          <ac:spMkLst>
            <pc:docMk/>
            <pc:sldMk cId="4263159261" sldId="266"/>
            <ac:spMk id="3" creationId="{678D52CB-6F70-79A2-50B2-7F0CC569F7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B822-8B51-224E-3824-C929D480D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C025B-058C-B964-9F0D-57B70CF30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24E8-FAC8-1059-DAF4-AA54FC25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0B60D-A5E6-CC57-1763-4E588DA8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1C43E-FCAB-A20C-F0BF-8E1D118C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5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BCF8-2EA4-82A2-9DE2-EC61B33B0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24066-3018-E137-2E88-D4186CA22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C2C95-6D08-F0E5-C33F-F2D1E182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217B5-2606-BEFF-BB07-90AEF333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61D44-D1FF-40B7-71CE-3EB0DEDA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0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69C6-4D21-6B8A-7FD3-C91FD7FF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C481-8B5A-B5EF-DD00-262A81B0D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9C1E9-67B2-32BC-F469-B522D897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D30F6-940A-EAE9-946B-8C114950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56583-968F-C770-1DA8-3753918C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1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3A67-12F4-64A5-6003-CBAF57B0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9D35-C393-EF24-74E3-AE61A8D34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C164E-02A7-F030-56DA-14C223E1E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126DC-D2C1-4434-1A18-15E24C68C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8F1E7-EF8B-DE46-9BEB-E7BF87CDF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DA04A-27FE-B9A0-6EB6-59ECF19C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0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6502-F379-DAF5-AE2B-41DB77BB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32CFC-B1A4-B338-B204-BB966745E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F2F1F-D013-9ED4-EC78-ABE6C8872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89226-884E-6B58-5327-7C5ABCD2E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024F2D-2E50-A2F1-D626-C17DC68AC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B228BE-6A84-46FC-CD9E-706ECEF3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DFCAA3-A43F-B24A-1750-419AE53F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56FFB-8293-5891-675B-475FA795F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6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811D-D80A-F428-FA3E-4873130FA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5FFBE-4360-9E56-D989-21016FA1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489271-E345-4644-B970-A5CB2585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97852-A680-08C5-7901-E54539B0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BD798-FE34-ED5D-3C6B-0F0FE4AB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80644-A83B-95A4-94FC-F647F265F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5C219-8C10-8C9B-759D-5FCAE3BB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1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12A8-4E36-0677-DF36-EAC7E25C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3C69B-1497-EC5E-9A7D-A9E3EF2D7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97C1D-9B00-0796-6A01-B03A96C4C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3ABCE-00B8-0894-7B13-E9A2E3865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604A4-0F55-32FF-B548-CC886F78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A51A-4E0A-E2EB-E089-FA183BC6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6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69C5-ED37-92F0-09EA-4854B501E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838F2-150F-470D-9567-0CEED829C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1D21D-C7EE-BDF9-A8A5-944EB5531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04D8D-2562-8AEE-4AD1-B5B0C95B4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3A10F-7F25-83C8-4223-C359D698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13B58-F8E6-072C-CE93-E937FA6E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31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7D02-265B-0184-8711-7223D854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2C36B-EA96-381C-3E28-A09823C55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FDD97-F1A9-2910-7E29-6E07FCD5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61A30-C5C7-AA29-AACC-7141D7EDE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A404E-18AF-783E-F257-12D9DBEC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9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9F64A-213F-3985-5775-0E1600238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E3234-FBF5-1033-C2C1-D391096DC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09167-4E25-9B2E-58E8-0C323E80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75329-0F4D-C5CC-7697-5B4D3AC3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A2B41-1634-DE06-C1E9-5868E6E6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4AA8E-E0BA-BED2-3FD7-1AF0C45F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DEAEF-47E4-5D8B-F7D3-6E32BED56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C0A0B-6A20-975F-BCA9-8C8545845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3F76F-4488-428F-91E2-8D4E11720F6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06A51-80A3-05DF-EA27-6CBFBA721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BEE2A-282D-B0F6-B7F7-3FFB692F3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2A79D-A26A-4083-9246-5EDCCEF84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9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9.jpg"/><Relationship Id="rId7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7C0D-D180-7182-3225-3D314897BCC9}"/>
              </a:ext>
            </a:extLst>
          </p:cNvPr>
          <p:cNvSpPr txBox="1">
            <a:spLocks/>
          </p:cNvSpPr>
          <p:nvPr/>
        </p:nvSpPr>
        <p:spPr>
          <a:xfrm>
            <a:off x="719667" y="284163"/>
            <a:ext cx="10312400" cy="13922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Times  new roman"/>
              </a:rPr>
              <a:t>VEHICLE TO VEHICLE COMMUNICATION USING LIFI  TECHNOLOGY</a:t>
            </a:r>
            <a:endParaRPr lang="en-IN" sz="3200" b="1" dirty="0">
              <a:solidFill>
                <a:srgbClr val="C00000"/>
              </a:solidFill>
              <a:latin typeface="Times  new roman"/>
              <a:cs typeface="Times New Roman" pitchFamily="18" charset="0"/>
            </a:endParaRPr>
          </a:p>
          <a:p>
            <a:br>
              <a:rPr lang="en-IN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576C1-E6DA-131B-300F-4B1F236AB6A9}"/>
              </a:ext>
            </a:extLst>
          </p:cNvPr>
          <p:cNvSpPr txBox="1"/>
          <p:nvPr/>
        </p:nvSpPr>
        <p:spPr>
          <a:xfrm>
            <a:off x="9033101" y="5307922"/>
            <a:ext cx="508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Presented  by:</a:t>
            </a:r>
            <a:endParaRPr lang="en-US" b="1" dirty="0">
              <a:latin typeface="+mj-lt"/>
              <a:ea typeface="Times New Roman"/>
              <a:cs typeface="Times New Roman"/>
              <a:sym typeface="Times New Roman"/>
            </a:endParaRPr>
          </a:p>
          <a:p>
            <a:r>
              <a:rPr lang="en-US" altLang="ja-JP" dirty="0">
                <a:latin typeface="Times  new roman"/>
                <a:ea typeface="Yu Gothic" panose="020B0400000000000000" pitchFamily="34" charset="-128"/>
              </a:rPr>
              <a:t>Munnam</a:t>
            </a:r>
            <a:r>
              <a:rPr lang="ja-JP" altLang="en-US" dirty="0">
                <a:latin typeface="Times  new roman"/>
                <a:ea typeface="Yu Gothic" panose="020B0400000000000000" pitchFamily="34" charset="-128"/>
              </a:rPr>
              <a:t> </a:t>
            </a:r>
            <a:r>
              <a:rPr lang="en-US" altLang="ja-JP" dirty="0">
                <a:latin typeface="Times  new roman"/>
                <a:ea typeface="Yu Gothic" panose="020B0400000000000000" pitchFamily="34" charset="-128"/>
              </a:rPr>
              <a:t>Bhavya</a:t>
            </a:r>
          </a:p>
          <a:p>
            <a:r>
              <a:rPr lang="en-US" altLang="ja-JP" dirty="0">
                <a:latin typeface="Times  new roman"/>
                <a:ea typeface="Yu Gothic" panose="020B0400000000000000" pitchFamily="34" charset="-128"/>
              </a:rPr>
              <a:t>23P31A04H1</a:t>
            </a:r>
          </a:p>
          <a:p>
            <a:r>
              <a:rPr lang="ja-JP" altLang="en-US" dirty="0"/>
              <a:t>でんしつうしんこうがく</a:t>
            </a:r>
            <a:r>
              <a:rPr lang="en-US" altLang="ja-JP" dirty="0"/>
              <a:t>(ECE)</a:t>
            </a:r>
          </a:p>
          <a:p>
            <a:r>
              <a:rPr lang="ja-JP" altLang="en-US" dirty="0"/>
              <a:t>アディティア大学</a:t>
            </a:r>
            <a:endParaRPr lang="en-US" altLang="ja-JP" dirty="0"/>
          </a:p>
          <a:p>
            <a:endParaRPr lang="en-US" altLang="ja-JP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531FCB5-E598-AD32-3390-6E63CEE459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9972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943A27-074B-7ABE-938C-517957A7B259}"/>
              </a:ext>
            </a:extLst>
          </p:cNvPr>
          <p:cNvSpPr txBox="1">
            <a:spLocks/>
          </p:cNvSpPr>
          <p:nvPr/>
        </p:nvSpPr>
        <p:spPr>
          <a:xfrm>
            <a:off x="179512" y="97379"/>
            <a:ext cx="7886700" cy="85249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</a:t>
            </a:r>
            <a:endParaRPr lang="en-IN" sz="3600" dirty="0">
              <a:latin typeface="Times  new roman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9F0C2E-A25E-5CDF-EA6D-0779B812245D}"/>
              </a:ext>
            </a:extLst>
          </p:cNvPr>
          <p:cNvSpPr txBox="1">
            <a:spLocks/>
          </p:cNvSpPr>
          <p:nvPr/>
        </p:nvSpPr>
        <p:spPr>
          <a:xfrm>
            <a:off x="364926" y="802796"/>
            <a:ext cx="8599562" cy="55705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000" b="1" dirty="0">
                <a:latin typeface="Times  new roman"/>
              </a:rPr>
              <a:t>                                  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 new roman"/>
              </a:rPr>
              <a:t>                                                </a:t>
            </a:r>
          </a:p>
          <a:p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Times  new roman"/>
            </a:endParaRPr>
          </a:p>
          <a:p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Times  new roma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 new roman"/>
              </a:rPr>
              <a:t>    </a:t>
            </a:r>
            <a:endParaRPr lang="en-IN" sz="2000" b="1" dirty="0">
              <a:latin typeface="Times 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3F8A94-028D-EDC8-5C3D-A36A1D4DD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827" y="3195747"/>
            <a:ext cx="2259344" cy="12483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CB45AE-7108-E65E-05B9-EE36343365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78" y="1863184"/>
            <a:ext cx="1593528" cy="8800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AEAF09-EA9E-F9AD-ABB6-DA3BBC8A38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10" y="3276600"/>
            <a:ext cx="1593528" cy="9733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D9751D-8231-47BB-A956-729327BFCF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70" y="4672257"/>
            <a:ext cx="1593529" cy="13922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BD47056-9FC2-2547-A50C-C2F2CEEF91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415" y="4422414"/>
            <a:ext cx="1964000" cy="12483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1A67220-A5DA-FCCA-AAC8-6B3E5BCBAC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499" y="5929345"/>
            <a:ext cx="1593528" cy="86212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4825B74-8AC7-ED51-FB53-707E4B6C8B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927" y="5588825"/>
            <a:ext cx="2253268" cy="111132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A2D0ECD-24EF-78DB-C673-B73B6B4C81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699" y="1317129"/>
            <a:ext cx="1922420" cy="123294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EDBEE58-B060-F5A4-BA65-F3C88CC714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541" y="2977650"/>
            <a:ext cx="2479155" cy="124837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BF050C1-9716-4154-53B1-3D6F1876F7F3}"/>
              </a:ext>
            </a:extLst>
          </p:cNvPr>
          <p:cNvSpPr txBox="1"/>
          <p:nvPr/>
        </p:nvSpPr>
        <p:spPr>
          <a:xfrm>
            <a:off x="3870570" y="2760997"/>
            <a:ext cx="7053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アルドゥイーノ・ウノ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682416-7A6B-CBD3-7C34-24EFB2D54E7B}"/>
              </a:ext>
            </a:extLst>
          </p:cNvPr>
          <p:cNvSpPr txBox="1"/>
          <p:nvPr/>
        </p:nvSpPr>
        <p:spPr>
          <a:xfrm>
            <a:off x="789210" y="1555440"/>
            <a:ext cx="7053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ちょうおんぱ センサー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36FFA6-DD6E-3B10-97BA-FC890415E1CA}"/>
              </a:ext>
            </a:extLst>
          </p:cNvPr>
          <p:cNvSpPr txBox="1"/>
          <p:nvPr/>
        </p:nvSpPr>
        <p:spPr>
          <a:xfrm>
            <a:off x="399949" y="3007692"/>
            <a:ext cx="7053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ガス センサー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BEF071-FC63-62F0-2EB6-F7ACAE18D759}"/>
              </a:ext>
            </a:extLst>
          </p:cNvPr>
          <p:cNvSpPr txBox="1"/>
          <p:nvPr/>
        </p:nvSpPr>
        <p:spPr>
          <a:xfrm>
            <a:off x="586536" y="4672532"/>
            <a:ext cx="7053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ほのお センサー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A4C132-D58A-CD8F-3B32-7A586E1D5ADC}"/>
              </a:ext>
            </a:extLst>
          </p:cNvPr>
          <p:cNvSpPr txBox="1"/>
          <p:nvPr/>
        </p:nvSpPr>
        <p:spPr>
          <a:xfrm>
            <a:off x="7875819" y="1334856"/>
            <a:ext cx="7053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LED </a:t>
            </a:r>
            <a:r>
              <a:rPr lang="ja-JP" altLang="en-US" dirty="0"/>
              <a:t>インジケーター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998D03-D21B-8895-CDD9-5C6FDFC9C02B}"/>
              </a:ext>
            </a:extLst>
          </p:cNvPr>
          <p:cNvSpPr txBox="1"/>
          <p:nvPr/>
        </p:nvSpPr>
        <p:spPr>
          <a:xfrm>
            <a:off x="8008111" y="2610221"/>
            <a:ext cx="7462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えきしょう ディスプレイ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FD628F-955D-C2CA-D564-1157A8399E87}"/>
              </a:ext>
            </a:extLst>
          </p:cNvPr>
          <p:cNvSpPr txBox="1"/>
          <p:nvPr/>
        </p:nvSpPr>
        <p:spPr>
          <a:xfrm>
            <a:off x="7755253" y="4453759"/>
            <a:ext cx="7462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おんせい モジュール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DD25DC-D350-789D-099F-577475275254}"/>
              </a:ext>
            </a:extLst>
          </p:cNvPr>
          <p:cNvSpPr txBox="1"/>
          <p:nvPr/>
        </p:nvSpPr>
        <p:spPr>
          <a:xfrm>
            <a:off x="4729844" y="5234396"/>
            <a:ext cx="7462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バッテリー でんげん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82944F-DAE4-8A4B-DBB5-E2EB93D61E6D}"/>
              </a:ext>
            </a:extLst>
          </p:cNvPr>
          <p:cNvSpPr txBox="1"/>
          <p:nvPr/>
        </p:nvSpPr>
        <p:spPr>
          <a:xfrm>
            <a:off x="296313" y="5907864"/>
            <a:ext cx="7462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こうあつ レギュレーター</a:t>
            </a:r>
            <a:endParaRPr lang="en-US" dirty="0"/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B785561B-7CE0-1FAE-EEE1-C4081B792567}"/>
              </a:ext>
            </a:extLst>
          </p:cNvPr>
          <p:cNvCxnSpPr>
            <a:cxnSpLocks/>
          </p:cNvCxnSpPr>
          <p:nvPr/>
        </p:nvCxnSpPr>
        <p:spPr>
          <a:xfrm>
            <a:off x="2652218" y="2143485"/>
            <a:ext cx="1358609" cy="11331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AF3CA0F7-FCA0-2531-B963-66CD1E0EB4E9}"/>
              </a:ext>
            </a:extLst>
          </p:cNvPr>
          <p:cNvCxnSpPr>
            <a:cxnSpLocks/>
          </p:cNvCxnSpPr>
          <p:nvPr/>
        </p:nvCxnSpPr>
        <p:spPr>
          <a:xfrm flipV="1">
            <a:off x="2276886" y="3601838"/>
            <a:ext cx="1733941" cy="2180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8269FE80-8CD8-B9EF-CFF0-9AF86C0AF7C6}"/>
              </a:ext>
            </a:extLst>
          </p:cNvPr>
          <p:cNvCxnSpPr>
            <a:cxnSpLocks/>
          </p:cNvCxnSpPr>
          <p:nvPr/>
        </p:nvCxnSpPr>
        <p:spPr>
          <a:xfrm flipV="1">
            <a:off x="2203269" y="4084320"/>
            <a:ext cx="1807558" cy="122360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94D87486-5B6B-8C2A-A3B7-62F6819EDE3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48365" y="4719623"/>
            <a:ext cx="1384220" cy="8524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5974D0EF-8581-5657-2D46-92B4D8450C5E}"/>
              </a:ext>
            </a:extLst>
          </p:cNvPr>
          <p:cNvCxnSpPr/>
          <p:nvPr/>
        </p:nvCxnSpPr>
        <p:spPr>
          <a:xfrm rot="16200000" flipV="1">
            <a:off x="5081067" y="4754590"/>
            <a:ext cx="1010964" cy="40930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7614C85F-A01A-AEC0-55D4-054D4282AB2D}"/>
              </a:ext>
            </a:extLst>
          </p:cNvPr>
          <p:cNvCxnSpPr>
            <a:cxnSpLocks/>
          </p:cNvCxnSpPr>
          <p:nvPr/>
        </p:nvCxnSpPr>
        <p:spPr>
          <a:xfrm>
            <a:off x="6281185" y="4003005"/>
            <a:ext cx="952886" cy="83627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85824311-65D8-1558-E228-A42DC83D84E4}"/>
              </a:ext>
            </a:extLst>
          </p:cNvPr>
          <p:cNvCxnSpPr>
            <a:cxnSpLocks/>
          </p:cNvCxnSpPr>
          <p:nvPr/>
        </p:nvCxnSpPr>
        <p:spPr>
          <a:xfrm flipV="1">
            <a:off x="6270171" y="2325535"/>
            <a:ext cx="1279734" cy="11599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89">
            <a:extLst>
              <a:ext uri="{FF2B5EF4-FFF2-40B4-BE49-F238E27FC236}">
                <a16:creationId xmlns:a16="http://schemas.microsoft.com/office/drawing/2014/main" id="{A0B796C3-0872-B285-E701-23B23BCF404E}"/>
              </a:ext>
            </a:extLst>
          </p:cNvPr>
          <p:cNvCxnSpPr>
            <a:stCxn id="14" idx="3"/>
            <a:endCxn id="43" idx="1"/>
          </p:cNvCxnSpPr>
          <p:nvPr/>
        </p:nvCxnSpPr>
        <p:spPr>
          <a:xfrm flipV="1">
            <a:off x="6270171" y="3601838"/>
            <a:ext cx="1127370" cy="2180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E2B085-92BB-430E-2C30-293355D40BBD}"/>
              </a:ext>
            </a:extLst>
          </p:cNvPr>
          <p:cNvSpPr txBox="1"/>
          <p:nvPr/>
        </p:nvSpPr>
        <p:spPr>
          <a:xfrm>
            <a:off x="3977868" y="2419644"/>
            <a:ext cx="1962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Arduino UNO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AD836-5C76-DC80-5052-4DF7BB5E40C1}"/>
              </a:ext>
            </a:extLst>
          </p:cNvPr>
          <p:cNvSpPr txBox="1"/>
          <p:nvPr/>
        </p:nvSpPr>
        <p:spPr>
          <a:xfrm>
            <a:off x="801174" y="1193845"/>
            <a:ext cx="7731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Ultrasonic Sensor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59CFE-A06E-B593-D20A-C13684E3D1B4}"/>
              </a:ext>
            </a:extLst>
          </p:cNvPr>
          <p:cNvSpPr txBox="1"/>
          <p:nvPr/>
        </p:nvSpPr>
        <p:spPr>
          <a:xfrm>
            <a:off x="399949" y="2730265"/>
            <a:ext cx="7731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Gas Sensor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993E29-6388-93D3-24D5-F35C40C87724}"/>
              </a:ext>
            </a:extLst>
          </p:cNvPr>
          <p:cNvSpPr txBox="1"/>
          <p:nvPr/>
        </p:nvSpPr>
        <p:spPr>
          <a:xfrm>
            <a:off x="620011" y="4380384"/>
            <a:ext cx="7731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Fire Sensor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9443B3-EC3A-6523-3E29-0626EE17239E}"/>
              </a:ext>
            </a:extLst>
          </p:cNvPr>
          <p:cNvSpPr txBox="1"/>
          <p:nvPr/>
        </p:nvSpPr>
        <p:spPr>
          <a:xfrm>
            <a:off x="8458098" y="1090039"/>
            <a:ext cx="7731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LED Indicator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A1EC6C-5716-6A35-C5B2-BEC8577ED54F}"/>
              </a:ext>
            </a:extLst>
          </p:cNvPr>
          <p:cNvSpPr txBox="1"/>
          <p:nvPr/>
        </p:nvSpPr>
        <p:spPr>
          <a:xfrm>
            <a:off x="8458098" y="2322939"/>
            <a:ext cx="7805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LCD Display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634637-57C2-63B7-67EF-DEDECFD321F2}"/>
              </a:ext>
            </a:extLst>
          </p:cNvPr>
          <p:cNvSpPr txBox="1"/>
          <p:nvPr/>
        </p:nvSpPr>
        <p:spPr>
          <a:xfrm>
            <a:off x="7972671" y="4184265"/>
            <a:ext cx="8131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APR33A3 Voice Module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6F4973-0590-3A3F-39B2-CCA3A58B8B88}"/>
              </a:ext>
            </a:extLst>
          </p:cNvPr>
          <p:cNvSpPr txBox="1"/>
          <p:nvPr/>
        </p:nvSpPr>
        <p:spPr>
          <a:xfrm>
            <a:off x="4664707" y="4870622"/>
            <a:ext cx="2325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Battery Power Supply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D3B901-C438-9A47-F6F7-127ED8545F66}"/>
              </a:ext>
            </a:extLst>
          </p:cNvPr>
          <p:cNvSpPr txBox="1"/>
          <p:nvPr/>
        </p:nvSpPr>
        <p:spPr>
          <a:xfrm>
            <a:off x="259999" y="5606000"/>
            <a:ext cx="8131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LM2596 Voltage Regulator</a:t>
            </a:r>
          </a:p>
        </p:txBody>
      </p:sp>
    </p:spTree>
    <p:extLst>
      <p:ext uri="{BB962C8B-B14F-4D97-AF65-F5344CB8AC3E}">
        <p14:creationId xmlns:p14="http://schemas.microsoft.com/office/powerpoint/2010/main" val="2568794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B37D-48EC-3232-FDA3-638D25484978}"/>
              </a:ext>
            </a:extLst>
          </p:cNvPr>
          <p:cNvSpPr txBox="1">
            <a:spLocks/>
          </p:cNvSpPr>
          <p:nvPr/>
        </p:nvSpPr>
        <p:spPr>
          <a:xfrm>
            <a:off x="3193088" y="90387"/>
            <a:ext cx="4352925" cy="6706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3" algn="ctr"/>
            <a:r>
              <a:rPr lang="en-US" sz="3600" b="1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OBJECTIVE</a:t>
            </a:r>
            <a:endParaRPr lang="en-IN" sz="3600" b="1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19BE6-C378-20BB-3EFD-1001B65F53D5}"/>
              </a:ext>
            </a:extLst>
          </p:cNvPr>
          <p:cNvSpPr txBox="1">
            <a:spLocks/>
          </p:cNvSpPr>
          <p:nvPr/>
        </p:nvSpPr>
        <p:spPr>
          <a:xfrm>
            <a:off x="591863" y="715789"/>
            <a:ext cx="11396134" cy="37453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 new roman"/>
              </a:rPr>
              <a:t>Our system  emergencies, affected vehicles transmit distress signals via Li-Fi, instantly alerting nearby vehicles through an LCD display and voice notifications.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56182C-9231-5AB9-9A46-4982728EFBEE}"/>
              </a:ext>
            </a:extLst>
          </p:cNvPr>
          <p:cNvGrpSpPr/>
          <p:nvPr/>
        </p:nvGrpSpPr>
        <p:grpSpPr>
          <a:xfrm>
            <a:off x="8766627" y="2513140"/>
            <a:ext cx="2215364" cy="815287"/>
            <a:chOff x="10246239" y="2067174"/>
            <a:chExt cx="2215364" cy="8152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924C5E-18CD-711D-FEC6-1999C4D9326E}"/>
                </a:ext>
              </a:extLst>
            </p:cNvPr>
            <p:cNvSpPr txBox="1"/>
            <p:nvPr/>
          </p:nvSpPr>
          <p:spPr>
            <a:xfrm>
              <a:off x="10353403" y="2122715"/>
              <a:ext cx="21082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LCD Display</a:t>
              </a:r>
              <a:br>
                <a:rPr lang="en-US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(Local Warning)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B4EE1E-4364-333B-50C6-57989953713B}"/>
                </a:ext>
              </a:extLst>
            </p:cNvPr>
            <p:cNvSpPr/>
            <p:nvPr/>
          </p:nvSpPr>
          <p:spPr>
            <a:xfrm>
              <a:off x="10246239" y="2067174"/>
              <a:ext cx="1755987" cy="8152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16FA851-1C2D-F973-C80F-0744A604B670}"/>
              </a:ext>
            </a:extLst>
          </p:cNvPr>
          <p:cNvGrpSpPr/>
          <p:nvPr/>
        </p:nvGrpSpPr>
        <p:grpSpPr>
          <a:xfrm>
            <a:off x="8490418" y="3471357"/>
            <a:ext cx="2442512" cy="850908"/>
            <a:chOff x="7528107" y="2005711"/>
            <a:chExt cx="2442512" cy="8509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C45777-9759-898D-B9F5-C50E811FF8F2}"/>
                </a:ext>
              </a:extLst>
            </p:cNvPr>
            <p:cNvSpPr txBox="1"/>
            <p:nvPr/>
          </p:nvSpPr>
          <p:spPr>
            <a:xfrm>
              <a:off x="7614436" y="2205093"/>
              <a:ext cx="184573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Li-Fi Transmitter</a:t>
              </a:r>
              <a:br>
                <a:rPr lang="en-US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(LED Modulation)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AFA921-17EF-5302-5167-3ACFF1598F97}"/>
                </a:ext>
              </a:extLst>
            </p:cNvPr>
            <p:cNvSpPr/>
            <p:nvPr/>
          </p:nvSpPr>
          <p:spPr>
            <a:xfrm>
              <a:off x="7528107" y="2005711"/>
              <a:ext cx="2442512" cy="8509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2EA27A-0D0E-6210-1348-EFD7A26D83BE}"/>
              </a:ext>
            </a:extLst>
          </p:cNvPr>
          <p:cNvGrpSpPr/>
          <p:nvPr/>
        </p:nvGrpSpPr>
        <p:grpSpPr>
          <a:xfrm>
            <a:off x="166920" y="5707176"/>
            <a:ext cx="6611291" cy="965200"/>
            <a:chOff x="4087948" y="2963760"/>
            <a:chExt cx="6365482" cy="9652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4337FA-792E-B112-349E-9C85BFACFB39}"/>
                </a:ext>
              </a:extLst>
            </p:cNvPr>
            <p:cNvSpPr txBox="1"/>
            <p:nvPr/>
          </p:nvSpPr>
          <p:spPr>
            <a:xfrm>
              <a:off x="4357430" y="3145637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APR33A3 Voice Module + Speaker</a:t>
              </a:r>
              <a:br>
                <a:rPr lang="en-US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(Audio Alert)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1C7C40-9CD4-6A79-511E-574730EA20BC}"/>
                </a:ext>
              </a:extLst>
            </p:cNvPr>
            <p:cNvSpPr/>
            <p:nvPr/>
          </p:nvSpPr>
          <p:spPr>
            <a:xfrm>
              <a:off x="4087948" y="2963760"/>
              <a:ext cx="3681787" cy="965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2350CF-ED9A-0490-4FE9-59226A3AC19E}"/>
              </a:ext>
            </a:extLst>
          </p:cNvPr>
          <p:cNvGrpSpPr/>
          <p:nvPr/>
        </p:nvGrpSpPr>
        <p:grpSpPr>
          <a:xfrm>
            <a:off x="860062" y="4812377"/>
            <a:ext cx="1914555" cy="780695"/>
            <a:chOff x="4446331" y="4079172"/>
            <a:chExt cx="1914555" cy="78069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C2DB3A-1EBE-EFED-44A1-6F5F17CC0773}"/>
                </a:ext>
              </a:extLst>
            </p:cNvPr>
            <p:cNvSpPr txBox="1"/>
            <p:nvPr/>
          </p:nvSpPr>
          <p:spPr>
            <a:xfrm>
              <a:off x="4549019" y="4125588"/>
              <a:ext cx="18118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LCD Display</a:t>
              </a:r>
              <a:br>
                <a:rPr lang="en-US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(Alert Message)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36F13D-E560-25D2-F33B-E258713AA237}"/>
                </a:ext>
              </a:extLst>
            </p:cNvPr>
            <p:cNvSpPr/>
            <p:nvPr/>
          </p:nvSpPr>
          <p:spPr>
            <a:xfrm>
              <a:off x="4446331" y="4079172"/>
              <a:ext cx="1811867" cy="7806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950AF1-D3ED-191F-11EA-45F4F5825AE7}"/>
              </a:ext>
            </a:extLst>
          </p:cNvPr>
          <p:cNvGrpSpPr/>
          <p:nvPr/>
        </p:nvGrpSpPr>
        <p:grpSpPr>
          <a:xfrm>
            <a:off x="591863" y="2303713"/>
            <a:ext cx="6186349" cy="542414"/>
            <a:chOff x="510784" y="893449"/>
            <a:chExt cx="6165304" cy="54241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493E49-F2A0-F6CC-7B97-AC4B8113BC95}"/>
                </a:ext>
              </a:extLst>
            </p:cNvPr>
            <p:cNvSpPr txBox="1"/>
            <p:nvPr/>
          </p:nvSpPr>
          <p:spPr>
            <a:xfrm>
              <a:off x="580088" y="93232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TRANSMITTER VEHICLE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AB20B31-CD6C-B797-853A-F265F7E1B2F5}"/>
                </a:ext>
              </a:extLst>
            </p:cNvPr>
            <p:cNvSpPr/>
            <p:nvPr/>
          </p:nvSpPr>
          <p:spPr>
            <a:xfrm>
              <a:off x="510784" y="893449"/>
              <a:ext cx="2442512" cy="5424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A3B4BA-9AD4-79F3-8EDC-DA11D32D0FA6}"/>
              </a:ext>
            </a:extLst>
          </p:cNvPr>
          <p:cNvGrpSpPr/>
          <p:nvPr/>
        </p:nvGrpSpPr>
        <p:grpSpPr>
          <a:xfrm>
            <a:off x="676794" y="2998375"/>
            <a:ext cx="2800138" cy="1251049"/>
            <a:chOff x="3836065" y="707555"/>
            <a:chExt cx="4578471" cy="9652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CF73F9-BC51-A655-C1A5-5E43A4F3783A}"/>
                </a:ext>
              </a:extLst>
            </p:cNvPr>
            <p:cNvSpPr txBox="1"/>
            <p:nvPr/>
          </p:nvSpPr>
          <p:spPr>
            <a:xfrm>
              <a:off x="3986470" y="895216"/>
              <a:ext cx="4428066" cy="7123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Sensors</a:t>
              </a:r>
              <a:br>
                <a:rPr lang="en-US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(Ultrasonic, Gas, Fire, Vibration, Panic Button)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434798-7386-FD03-70BA-C1FFF18EE118}"/>
                </a:ext>
              </a:extLst>
            </p:cNvPr>
            <p:cNvSpPr/>
            <p:nvPr/>
          </p:nvSpPr>
          <p:spPr>
            <a:xfrm>
              <a:off x="3836065" y="707555"/>
              <a:ext cx="4519869" cy="965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94D9A5-B5AD-AF7C-7F42-6B864CEF290F}"/>
              </a:ext>
            </a:extLst>
          </p:cNvPr>
          <p:cNvGrpSpPr/>
          <p:nvPr/>
        </p:nvGrpSpPr>
        <p:grpSpPr>
          <a:xfrm>
            <a:off x="4913201" y="4509742"/>
            <a:ext cx="2736185" cy="1044013"/>
            <a:chOff x="8680915" y="58297"/>
            <a:chExt cx="2736185" cy="83007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BDE948-7547-CA7D-B07B-843F77973E66}"/>
                </a:ext>
              </a:extLst>
            </p:cNvPr>
            <p:cNvSpPr txBox="1"/>
            <p:nvPr/>
          </p:nvSpPr>
          <p:spPr>
            <a:xfrm>
              <a:off x="8767034" y="242036"/>
              <a:ext cx="26500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dirty="0">
                  <a:ln w="3175">
                    <a:solidFill>
                      <a:schemeClr val="tx1"/>
                    </a:solidFill>
                  </a:ln>
                </a:rPr>
                <a:t>Arduino UNO</a:t>
              </a:r>
              <a:br>
                <a:rPr lang="it-IT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it-IT" dirty="0">
                  <a:ln w="3175">
                    <a:solidFill>
                      <a:schemeClr val="tx1"/>
                    </a:solidFill>
                  </a:ln>
                </a:rPr>
                <a:t>(Signal Processing Unit)</a:t>
              </a:r>
              <a:endParaRPr lang="en-US" dirty="0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6EC335-FABC-628A-291E-2B62761094D1}"/>
                </a:ext>
              </a:extLst>
            </p:cNvPr>
            <p:cNvSpPr/>
            <p:nvPr/>
          </p:nvSpPr>
          <p:spPr>
            <a:xfrm>
              <a:off x="8680915" y="58297"/>
              <a:ext cx="2442512" cy="7914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DB93BB-427F-6E69-19B3-9F1CEF255BD7}"/>
              </a:ext>
            </a:extLst>
          </p:cNvPr>
          <p:cNvGrpSpPr/>
          <p:nvPr/>
        </p:nvGrpSpPr>
        <p:grpSpPr>
          <a:xfrm>
            <a:off x="8522758" y="4632514"/>
            <a:ext cx="2736269" cy="776685"/>
            <a:chOff x="5454106" y="5204664"/>
            <a:chExt cx="2736269" cy="77668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0CA83D4-02C9-23EE-2E5B-AF54AA1DDEF7}"/>
                </a:ext>
              </a:extLst>
            </p:cNvPr>
            <p:cNvSpPr txBox="1"/>
            <p:nvPr/>
          </p:nvSpPr>
          <p:spPr>
            <a:xfrm>
              <a:off x="5709641" y="5384776"/>
              <a:ext cx="24807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Li-Fi Communication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4BE924-9CD2-4F6F-FD63-6035D933CC79}"/>
                </a:ext>
              </a:extLst>
            </p:cNvPr>
            <p:cNvSpPr/>
            <p:nvPr/>
          </p:nvSpPr>
          <p:spPr>
            <a:xfrm>
              <a:off x="5454106" y="5204664"/>
              <a:ext cx="2442512" cy="7766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35E07E-4614-E27A-FB27-DA813FC9D63B}"/>
              </a:ext>
            </a:extLst>
          </p:cNvPr>
          <p:cNvGrpSpPr/>
          <p:nvPr/>
        </p:nvGrpSpPr>
        <p:grpSpPr>
          <a:xfrm>
            <a:off x="8434486" y="5746172"/>
            <a:ext cx="2442512" cy="934559"/>
            <a:chOff x="-203597" y="2673092"/>
            <a:chExt cx="2442512" cy="93455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01D95F-F94D-A393-A27D-ECDBC887A9DE}"/>
                </a:ext>
              </a:extLst>
            </p:cNvPr>
            <p:cNvSpPr txBox="1"/>
            <p:nvPr/>
          </p:nvSpPr>
          <p:spPr>
            <a:xfrm>
              <a:off x="140210" y="2673092"/>
              <a:ext cx="205740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RECEIVER VEHICLE</a:t>
              </a:r>
              <a:br>
                <a:rPr lang="en-US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Solar Panel</a:t>
              </a:r>
              <a:br>
                <a:rPr lang="en-US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en-US" dirty="0">
                  <a:ln w="3175">
                    <a:solidFill>
                      <a:schemeClr val="tx1"/>
                    </a:solidFill>
                  </a:ln>
                </a:rPr>
                <a:t>(Li-Fi Light Receiver)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FFA548A-458B-E02F-EEDF-CBE7CC330AA8}"/>
                </a:ext>
              </a:extLst>
            </p:cNvPr>
            <p:cNvSpPr/>
            <p:nvPr/>
          </p:nvSpPr>
          <p:spPr>
            <a:xfrm>
              <a:off x="-203597" y="2684321"/>
              <a:ext cx="2442512" cy="92333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F6D1C3-7E89-EE60-E9D2-51B7230ED10C}"/>
              </a:ext>
            </a:extLst>
          </p:cNvPr>
          <p:cNvGrpSpPr/>
          <p:nvPr/>
        </p:nvGrpSpPr>
        <p:grpSpPr>
          <a:xfrm>
            <a:off x="4873949" y="2546700"/>
            <a:ext cx="2442512" cy="965200"/>
            <a:chOff x="571487" y="1977311"/>
            <a:chExt cx="2442512" cy="96520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A442A7-109E-A684-21C9-2D3BDD2FC5ED}"/>
                </a:ext>
              </a:extLst>
            </p:cNvPr>
            <p:cNvSpPr txBox="1"/>
            <p:nvPr/>
          </p:nvSpPr>
          <p:spPr>
            <a:xfrm>
              <a:off x="660265" y="2094287"/>
              <a:ext cx="235373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dirty="0">
                  <a:ln w="3175">
                    <a:solidFill>
                      <a:schemeClr val="tx1"/>
                    </a:solidFill>
                  </a:ln>
                </a:rPr>
                <a:t>Arduino UNO</a:t>
              </a:r>
              <a:br>
                <a:rPr lang="it-IT" dirty="0">
                  <a:ln w="3175">
                    <a:solidFill>
                      <a:schemeClr val="tx1"/>
                    </a:solidFill>
                  </a:ln>
                </a:rPr>
              </a:br>
              <a:r>
                <a:rPr lang="it-IT" dirty="0">
                  <a:ln w="3175">
                    <a:solidFill>
                      <a:schemeClr val="tx1"/>
                    </a:solidFill>
                  </a:ln>
                </a:rPr>
                <a:t>(Signal Decoding Unit)</a:t>
              </a:r>
              <a:endParaRPr lang="en-US" dirty="0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2886BCD-4DA9-E126-809B-3B8EE0448A44}"/>
                </a:ext>
              </a:extLst>
            </p:cNvPr>
            <p:cNvSpPr/>
            <p:nvPr/>
          </p:nvSpPr>
          <p:spPr>
            <a:xfrm>
              <a:off x="571487" y="1977311"/>
              <a:ext cx="2442512" cy="965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AC57DE8-57C0-CD2E-E0AD-5EF168FEE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640" y="3444374"/>
            <a:ext cx="2477130" cy="120588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723ED8E-D622-18C3-A97E-97D834902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627" y="1897129"/>
            <a:ext cx="1755987" cy="62240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EA76104-5BA9-A035-E0C1-52F6B9AFF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62" y="4309373"/>
            <a:ext cx="1811867" cy="54538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AE996BC-37CD-5A24-BA31-21797BEC24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268" y="6142211"/>
            <a:ext cx="2173006" cy="68877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F34AEF-F3C1-A056-5F38-8653D9F301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98" y="3294000"/>
            <a:ext cx="1593528" cy="6628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0F0528A-B02D-E92F-3D65-D9D6D2AB2E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872" y="3702537"/>
            <a:ext cx="1730511" cy="64633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6F55466-8029-258A-696C-7B989D51B1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558" y="6018064"/>
            <a:ext cx="1730511" cy="81291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5F940CF-5795-E695-BCCD-53BBCF0C1B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835" y="4508986"/>
            <a:ext cx="1232239" cy="711908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C0DEAB0-60D6-B27B-0500-9A99C333BCA9}"/>
              </a:ext>
            </a:extLst>
          </p:cNvPr>
          <p:cNvCxnSpPr>
            <a:cxnSpLocks/>
          </p:cNvCxnSpPr>
          <p:nvPr/>
        </p:nvCxnSpPr>
        <p:spPr>
          <a:xfrm>
            <a:off x="1924420" y="2827075"/>
            <a:ext cx="0" cy="1874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2FBDBE-88D6-7BDD-9C8E-24E36A237C83}"/>
              </a:ext>
            </a:extLst>
          </p:cNvPr>
          <p:cNvCxnSpPr>
            <a:cxnSpLocks/>
          </p:cNvCxnSpPr>
          <p:nvPr/>
        </p:nvCxnSpPr>
        <p:spPr>
          <a:xfrm flipV="1">
            <a:off x="3486198" y="3147438"/>
            <a:ext cx="1378486" cy="17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09C6C7E-22F8-EBC2-F2ED-693A15BF2932}"/>
              </a:ext>
            </a:extLst>
          </p:cNvPr>
          <p:cNvCxnSpPr>
            <a:cxnSpLocks/>
          </p:cNvCxnSpPr>
          <p:nvPr/>
        </p:nvCxnSpPr>
        <p:spPr>
          <a:xfrm flipV="1">
            <a:off x="7333770" y="4165070"/>
            <a:ext cx="1117006" cy="25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F82DFA0-A06E-9C8B-ED21-DB1C4183FF25}"/>
              </a:ext>
            </a:extLst>
          </p:cNvPr>
          <p:cNvCxnSpPr>
            <a:cxnSpLocks/>
          </p:cNvCxnSpPr>
          <p:nvPr/>
        </p:nvCxnSpPr>
        <p:spPr>
          <a:xfrm>
            <a:off x="9302032" y="4364329"/>
            <a:ext cx="0" cy="312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1D0A9F8-846C-16B9-6CC5-58A3FEF8DC74}"/>
              </a:ext>
            </a:extLst>
          </p:cNvPr>
          <p:cNvCxnSpPr>
            <a:cxnSpLocks/>
            <a:endCxn id="23" idx="2"/>
          </p:cNvCxnSpPr>
          <p:nvPr/>
        </p:nvCxnSpPr>
        <p:spPr>
          <a:xfrm rot="10800000">
            <a:off x="6324354" y="5553755"/>
            <a:ext cx="2126423" cy="33046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2F054315-5FE6-38D2-AA1B-40C29423CE47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7333770" y="2920784"/>
            <a:ext cx="1432857" cy="92487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C8C5CAC-A022-F4E1-DB89-F46CAE4551DC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2671929" y="5202725"/>
            <a:ext cx="22412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3DE6E68-1668-3D0B-7C3D-F45E96BB5BEC}"/>
              </a:ext>
            </a:extLst>
          </p:cNvPr>
          <p:cNvSpPr txBox="1"/>
          <p:nvPr/>
        </p:nvSpPr>
        <p:spPr>
          <a:xfrm>
            <a:off x="3014494" y="16962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F475058-4312-3B3B-F3EA-087C12856B3D}"/>
              </a:ext>
            </a:extLst>
          </p:cNvPr>
          <p:cNvCxnSpPr>
            <a:cxnSpLocks/>
          </p:cNvCxnSpPr>
          <p:nvPr/>
        </p:nvCxnSpPr>
        <p:spPr>
          <a:xfrm>
            <a:off x="9263871" y="5361940"/>
            <a:ext cx="0" cy="395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2514F0F6-E968-65F9-B2FC-C61BF684B2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90884" y="5502680"/>
            <a:ext cx="1851971" cy="515384"/>
          </a:xfrm>
          <a:prstGeom prst="bentConnector3">
            <a:avLst>
              <a:gd name="adj1" fmla="val 2851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0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0BA08-8E47-AB9A-77A7-F10FCE906039}"/>
              </a:ext>
            </a:extLst>
          </p:cNvPr>
          <p:cNvSpPr txBox="1">
            <a:spLocks/>
          </p:cNvSpPr>
          <p:nvPr/>
        </p:nvSpPr>
        <p:spPr>
          <a:xfrm>
            <a:off x="1" y="205656"/>
            <a:ext cx="12192000" cy="8316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DCA18D-A4DF-E067-BF27-6FA26584DDE7}"/>
              </a:ext>
            </a:extLst>
          </p:cNvPr>
          <p:cNvGrpSpPr/>
          <p:nvPr/>
        </p:nvGrpSpPr>
        <p:grpSpPr>
          <a:xfrm>
            <a:off x="333704" y="1271450"/>
            <a:ext cx="5411614" cy="4545149"/>
            <a:chOff x="0" y="0"/>
            <a:chExt cx="6607505" cy="70866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8E08EA-87A3-FC48-5ED5-4586C7724E19}"/>
                </a:ext>
              </a:extLst>
            </p:cNvPr>
            <p:cNvSpPr/>
            <p:nvPr/>
          </p:nvSpPr>
          <p:spPr>
            <a:xfrm>
              <a:off x="0" y="154177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" name="Shape 8">
              <a:extLst>
                <a:ext uri="{FF2B5EF4-FFF2-40B4-BE49-F238E27FC236}">
                  <a16:creationId xmlns:a16="http://schemas.microsoft.com/office/drawing/2014/main" id="{C6B01639-8B9B-D489-0D90-28E4D04D107B}"/>
                </a:ext>
              </a:extLst>
            </p:cNvPr>
            <p:cNvSpPr/>
            <p:nvPr/>
          </p:nvSpPr>
          <p:spPr>
            <a:xfrm>
              <a:off x="2308555" y="1082039"/>
              <a:ext cx="1821180" cy="4907281"/>
            </a:xfrm>
            <a:custGeom>
              <a:avLst/>
              <a:gdLst/>
              <a:ahLst/>
              <a:cxnLst/>
              <a:rect l="0" t="0" r="0" b="0"/>
              <a:pathLst>
                <a:path w="1821180" h="4907281">
                  <a:moveTo>
                    <a:pt x="0" y="4907281"/>
                  </a:moveTo>
                  <a:lnTo>
                    <a:pt x="1821180" y="4907281"/>
                  </a:lnTo>
                  <a:lnTo>
                    <a:pt x="182118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7D5522-46F1-4F74-5D4A-490468A214D9}"/>
                </a:ext>
              </a:extLst>
            </p:cNvPr>
            <p:cNvSpPr/>
            <p:nvPr/>
          </p:nvSpPr>
          <p:spPr>
            <a:xfrm>
              <a:off x="2671267" y="3188716"/>
              <a:ext cx="1464507" cy="27664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Arduino UNO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E39DA3F-D2BB-F549-8B00-D2A3A3B56E5D}"/>
                </a:ext>
              </a:extLst>
            </p:cNvPr>
            <p:cNvSpPr/>
            <p:nvPr/>
          </p:nvSpPr>
          <p:spPr>
            <a:xfrm>
              <a:off x="3771849" y="3188716"/>
              <a:ext cx="61383" cy="27664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307C2A-B267-C4AC-F7E0-F702086E26AA}"/>
                </a:ext>
              </a:extLst>
            </p:cNvPr>
            <p:cNvSpPr/>
            <p:nvPr/>
          </p:nvSpPr>
          <p:spPr>
            <a:xfrm>
              <a:off x="2444357" y="3590270"/>
              <a:ext cx="1767892" cy="27664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Micro controller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2A1545-C90F-2C39-F1EB-8724BF320487}"/>
                </a:ext>
              </a:extLst>
            </p:cNvPr>
            <p:cNvSpPr/>
            <p:nvPr/>
          </p:nvSpPr>
          <p:spPr>
            <a:xfrm>
              <a:off x="3887674" y="3578860"/>
              <a:ext cx="61383" cy="27664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" name="Shape 14">
              <a:extLst>
                <a:ext uri="{FF2B5EF4-FFF2-40B4-BE49-F238E27FC236}">
                  <a16:creationId xmlns:a16="http://schemas.microsoft.com/office/drawing/2014/main" id="{933AC274-2C67-A4CC-2894-CA32F3605B07}"/>
                </a:ext>
              </a:extLst>
            </p:cNvPr>
            <p:cNvSpPr/>
            <p:nvPr/>
          </p:nvSpPr>
          <p:spPr>
            <a:xfrm>
              <a:off x="373075" y="1120139"/>
              <a:ext cx="1341120" cy="472440"/>
            </a:xfrm>
            <a:custGeom>
              <a:avLst/>
              <a:gdLst/>
              <a:ahLst/>
              <a:cxnLst/>
              <a:rect l="0" t="0" r="0" b="0"/>
              <a:pathLst>
                <a:path w="1341120" h="472440">
                  <a:moveTo>
                    <a:pt x="0" y="472440"/>
                  </a:moveTo>
                  <a:lnTo>
                    <a:pt x="1341120" y="472440"/>
                  </a:lnTo>
                  <a:lnTo>
                    <a:pt x="134112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482B1D-C8FB-8B56-B698-D861F454769B}"/>
                </a:ext>
              </a:extLst>
            </p:cNvPr>
            <p:cNvSpPr/>
            <p:nvPr/>
          </p:nvSpPr>
          <p:spPr>
            <a:xfrm>
              <a:off x="509346" y="1230502"/>
              <a:ext cx="1419655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Ultrasonic sensor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3B2BCA-D6D0-117F-7D0F-97012FCBE073}"/>
                </a:ext>
              </a:extLst>
            </p:cNvPr>
            <p:cNvSpPr/>
            <p:nvPr/>
          </p:nvSpPr>
          <p:spPr>
            <a:xfrm>
              <a:off x="1579448" y="1230502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" name="Shape 18">
              <a:extLst>
                <a:ext uri="{FF2B5EF4-FFF2-40B4-BE49-F238E27FC236}">
                  <a16:creationId xmlns:a16="http://schemas.microsoft.com/office/drawing/2014/main" id="{A144D8BD-3789-C218-2071-DF4B451E3732}"/>
                </a:ext>
              </a:extLst>
            </p:cNvPr>
            <p:cNvSpPr/>
            <p:nvPr/>
          </p:nvSpPr>
          <p:spPr>
            <a:xfrm>
              <a:off x="395935" y="1935480"/>
              <a:ext cx="1371600" cy="502920"/>
            </a:xfrm>
            <a:custGeom>
              <a:avLst/>
              <a:gdLst/>
              <a:ahLst/>
              <a:cxnLst/>
              <a:rect l="0" t="0" r="0" b="0"/>
              <a:pathLst>
                <a:path w="1371600" h="502920">
                  <a:moveTo>
                    <a:pt x="0" y="502920"/>
                  </a:moveTo>
                  <a:lnTo>
                    <a:pt x="1371600" y="502920"/>
                  </a:lnTo>
                  <a:lnTo>
                    <a:pt x="137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DC301C-0F5B-6314-44DE-A018D8BF33AE}"/>
                </a:ext>
              </a:extLst>
            </p:cNvPr>
            <p:cNvSpPr/>
            <p:nvPr/>
          </p:nvSpPr>
          <p:spPr>
            <a:xfrm>
              <a:off x="459306" y="2059812"/>
              <a:ext cx="1329851" cy="18228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Vibration sensor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7BC5D4-5ADF-2E17-4C6E-4E6FF543E0A1}"/>
                </a:ext>
              </a:extLst>
            </p:cNvPr>
            <p:cNvSpPr/>
            <p:nvPr/>
          </p:nvSpPr>
          <p:spPr>
            <a:xfrm>
              <a:off x="1545920" y="2059812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6" name="Shape 22">
              <a:extLst>
                <a:ext uri="{FF2B5EF4-FFF2-40B4-BE49-F238E27FC236}">
                  <a16:creationId xmlns:a16="http://schemas.microsoft.com/office/drawing/2014/main" id="{8E2EB28B-F526-8979-B018-8F75B2A13438}"/>
                </a:ext>
              </a:extLst>
            </p:cNvPr>
            <p:cNvSpPr/>
            <p:nvPr/>
          </p:nvSpPr>
          <p:spPr>
            <a:xfrm>
              <a:off x="365455" y="2705100"/>
              <a:ext cx="1501140" cy="502920"/>
            </a:xfrm>
            <a:custGeom>
              <a:avLst/>
              <a:gdLst/>
              <a:ahLst/>
              <a:cxnLst/>
              <a:rect l="0" t="0" r="0" b="0"/>
              <a:pathLst>
                <a:path w="1501140" h="502920">
                  <a:moveTo>
                    <a:pt x="0" y="502920"/>
                  </a:moveTo>
                  <a:lnTo>
                    <a:pt x="1501140" y="502920"/>
                  </a:lnTo>
                  <a:lnTo>
                    <a:pt x="150114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762E34-6A0D-F0A7-445C-3BB51B130F04}"/>
                </a:ext>
              </a:extLst>
            </p:cNvPr>
            <p:cNvSpPr/>
            <p:nvPr/>
          </p:nvSpPr>
          <p:spPr>
            <a:xfrm>
              <a:off x="777570" y="2831337"/>
              <a:ext cx="893264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Fire sensor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5AA1F6-1EAE-9B3C-2602-1A4C1CD37B67}"/>
                </a:ext>
              </a:extLst>
            </p:cNvPr>
            <p:cNvSpPr/>
            <p:nvPr/>
          </p:nvSpPr>
          <p:spPr>
            <a:xfrm>
              <a:off x="1451432" y="2831337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9" name="Shape 26">
              <a:extLst>
                <a:ext uri="{FF2B5EF4-FFF2-40B4-BE49-F238E27FC236}">
                  <a16:creationId xmlns:a16="http://schemas.microsoft.com/office/drawing/2014/main" id="{517E77AF-0F46-B421-6E1E-BD192DE48B0B}"/>
                </a:ext>
              </a:extLst>
            </p:cNvPr>
            <p:cNvSpPr/>
            <p:nvPr/>
          </p:nvSpPr>
          <p:spPr>
            <a:xfrm>
              <a:off x="380695" y="3642360"/>
              <a:ext cx="1447800" cy="502920"/>
            </a:xfrm>
            <a:custGeom>
              <a:avLst/>
              <a:gdLst/>
              <a:ahLst/>
              <a:cxnLst/>
              <a:rect l="0" t="0" r="0" b="0"/>
              <a:pathLst>
                <a:path w="1447800" h="502920">
                  <a:moveTo>
                    <a:pt x="0" y="502920"/>
                  </a:moveTo>
                  <a:lnTo>
                    <a:pt x="1447800" y="502920"/>
                  </a:lnTo>
                  <a:lnTo>
                    <a:pt x="14478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5C322F7-CD67-2A00-D3E5-C7F2AEA1A177}"/>
                </a:ext>
              </a:extLst>
            </p:cNvPr>
            <p:cNvSpPr/>
            <p:nvPr/>
          </p:nvSpPr>
          <p:spPr>
            <a:xfrm>
              <a:off x="768426" y="3767074"/>
              <a:ext cx="896912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Gas sensor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CC99F22-960A-34F3-CB72-F8C97EAD08DE}"/>
                </a:ext>
              </a:extLst>
            </p:cNvPr>
            <p:cNvSpPr/>
            <p:nvPr/>
          </p:nvSpPr>
          <p:spPr>
            <a:xfrm>
              <a:off x="1439240" y="3767074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2" name="Shape 30">
              <a:extLst>
                <a:ext uri="{FF2B5EF4-FFF2-40B4-BE49-F238E27FC236}">
                  <a16:creationId xmlns:a16="http://schemas.microsoft.com/office/drawing/2014/main" id="{9AA28EEF-1F95-1367-4DBC-05F97BDCDC2E}"/>
                </a:ext>
              </a:extLst>
            </p:cNvPr>
            <p:cNvSpPr/>
            <p:nvPr/>
          </p:nvSpPr>
          <p:spPr>
            <a:xfrm>
              <a:off x="395935" y="4549140"/>
              <a:ext cx="1516380" cy="464820"/>
            </a:xfrm>
            <a:custGeom>
              <a:avLst/>
              <a:gdLst/>
              <a:ahLst/>
              <a:cxnLst/>
              <a:rect l="0" t="0" r="0" b="0"/>
              <a:pathLst>
                <a:path w="1516380" h="464820">
                  <a:moveTo>
                    <a:pt x="0" y="464820"/>
                  </a:moveTo>
                  <a:lnTo>
                    <a:pt x="1516380" y="464820"/>
                  </a:lnTo>
                  <a:lnTo>
                    <a:pt x="151638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14E7FDE-FBF1-50B6-2A18-97DF3E5BFE7F}"/>
                </a:ext>
              </a:extLst>
            </p:cNvPr>
            <p:cNvSpPr/>
            <p:nvPr/>
          </p:nvSpPr>
          <p:spPr>
            <a:xfrm>
              <a:off x="765378" y="4657344"/>
              <a:ext cx="1030486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Panic button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056576B-9053-C21A-ACFB-0012E32617E6}"/>
                </a:ext>
              </a:extLst>
            </p:cNvPr>
            <p:cNvSpPr/>
            <p:nvPr/>
          </p:nvSpPr>
          <p:spPr>
            <a:xfrm>
              <a:off x="1542872" y="4657344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Shape 34">
              <a:extLst>
                <a:ext uri="{FF2B5EF4-FFF2-40B4-BE49-F238E27FC236}">
                  <a16:creationId xmlns:a16="http://schemas.microsoft.com/office/drawing/2014/main" id="{424CEAF5-217F-331C-1D6E-81447F3428E6}"/>
                </a:ext>
              </a:extLst>
            </p:cNvPr>
            <p:cNvSpPr/>
            <p:nvPr/>
          </p:nvSpPr>
          <p:spPr>
            <a:xfrm>
              <a:off x="365455" y="5402580"/>
              <a:ext cx="1615440" cy="487680"/>
            </a:xfrm>
            <a:custGeom>
              <a:avLst/>
              <a:gdLst/>
              <a:ahLst/>
              <a:cxnLst/>
              <a:rect l="0" t="0" r="0" b="0"/>
              <a:pathLst>
                <a:path w="1615440" h="487680">
                  <a:moveTo>
                    <a:pt x="0" y="487680"/>
                  </a:moveTo>
                  <a:lnTo>
                    <a:pt x="1615440" y="487680"/>
                  </a:lnTo>
                  <a:lnTo>
                    <a:pt x="161544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239FDA0-AB73-7F0E-581C-D91E1BA2DD73}"/>
                </a:ext>
              </a:extLst>
            </p:cNvPr>
            <p:cNvSpPr/>
            <p:nvPr/>
          </p:nvSpPr>
          <p:spPr>
            <a:xfrm>
              <a:off x="801954" y="5520182"/>
              <a:ext cx="983462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Water spray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049DB6-1C16-F4B7-6841-8624F57BE124}"/>
                </a:ext>
              </a:extLst>
            </p:cNvPr>
            <p:cNvSpPr/>
            <p:nvPr/>
          </p:nvSpPr>
          <p:spPr>
            <a:xfrm>
              <a:off x="1545920" y="5520182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8" name="Shape 37">
              <a:extLst>
                <a:ext uri="{FF2B5EF4-FFF2-40B4-BE49-F238E27FC236}">
                  <a16:creationId xmlns:a16="http://schemas.microsoft.com/office/drawing/2014/main" id="{A1624B9F-B298-297E-C021-2B9D496B7A28}"/>
                </a:ext>
              </a:extLst>
            </p:cNvPr>
            <p:cNvSpPr/>
            <p:nvPr/>
          </p:nvSpPr>
          <p:spPr>
            <a:xfrm>
              <a:off x="1721815" y="1257299"/>
              <a:ext cx="586740" cy="243840"/>
            </a:xfrm>
            <a:custGeom>
              <a:avLst/>
              <a:gdLst/>
              <a:ahLst/>
              <a:cxnLst/>
              <a:rect l="0" t="0" r="0" b="0"/>
              <a:pathLst>
                <a:path w="586740" h="243840">
                  <a:moveTo>
                    <a:pt x="464820" y="0"/>
                  </a:moveTo>
                  <a:lnTo>
                    <a:pt x="586740" y="121920"/>
                  </a:lnTo>
                  <a:lnTo>
                    <a:pt x="464820" y="243840"/>
                  </a:lnTo>
                  <a:lnTo>
                    <a:pt x="464820" y="182880"/>
                  </a:lnTo>
                  <a:lnTo>
                    <a:pt x="0" y="182880"/>
                  </a:lnTo>
                  <a:lnTo>
                    <a:pt x="0" y="60961"/>
                  </a:lnTo>
                  <a:lnTo>
                    <a:pt x="464820" y="60961"/>
                  </a:lnTo>
                  <a:lnTo>
                    <a:pt x="46482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Shape 38">
              <a:extLst>
                <a:ext uri="{FF2B5EF4-FFF2-40B4-BE49-F238E27FC236}">
                  <a16:creationId xmlns:a16="http://schemas.microsoft.com/office/drawing/2014/main" id="{09425067-C996-EE44-C1F9-411AA13A11E9}"/>
                </a:ext>
              </a:extLst>
            </p:cNvPr>
            <p:cNvSpPr/>
            <p:nvPr/>
          </p:nvSpPr>
          <p:spPr>
            <a:xfrm>
              <a:off x="1721815" y="1257299"/>
              <a:ext cx="586740" cy="243840"/>
            </a:xfrm>
            <a:custGeom>
              <a:avLst/>
              <a:gdLst/>
              <a:ahLst/>
              <a:cxnLst/>
              <a:rect l="0" t="0" r="0" b="0"/>
              <a:pathLst>
                <a:path w="586740" h="243840">
                  <a:moveTo>
                    <a:pt x="0" y="60961"/>
                  </a:moveTo>
                  <a:lnTo>
                    <a:pt x="464820" y="60961"/>
                  </a:lnTo>
                  <a:lnTo>
                    <a:pt x="464820" y="0"/>
                  </a:lnTo>
                  <a:lnTo>
                    <a:pt x="586740" y="121920"/>
                  </a:lnTo>
                  <a:lnTo>
                    <a:pt x="464820" y="243840"/>
                  </a:lnTo>
                  <a:lnTo>
                    <a:pt x="464820" y="182880"/>
                  </a:lnTo>
                  <a:lnTo>
                    <a:pt x="0" y="18288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Shape 39">
              <a:extLst>
                <a:ext uri="{FF2B5EF4-FFF2-40B4-BE49-F238E27FC236}">
                  <a16:creationId xmlns:a16="http://schemas.microsoft.com/office/drawing/2014/main" id="{601E2D95-8F0D-22F8-2EE7-39D7C4593D71}"/>
                </a:ext>
              </a:extLst>
            </p:cNvPr>
            <p:cNvSpPr/>
            <p:nvPr/>
          </p:nvSpPr>
          <p:spPr>
            <a:xfrm>
              <a:off x="1767535" y="2065020"/>
              <a:ext cx="556260" cy="228600"/>
            </a:xfrm>
            <a:custGeom>
              <a:avLst/>
              <a:gdLst/>
              <a:ahLst/>
              <a:cxnLst/>
              <a:rect l="0" t="0" r="0" b="0"/>
              <a:pathLst>
                <a:path w="556260" h="228600">
                  <a:moveTo>
                    <a:pt x="441960" y="0"/>
                  </a:moveTo>
                  <a:lnTo>
                    <a:pt x="556260" y="114300"/>
                  </a:lnTo>
                  <a:lnTo>
                    <a:pt x="441960" y="228600"/>
                  </a:lnTo>
                  <a:lnTo>
                    <a:pt x="441960" y="171450"/>
                  </a:lnTo>
                  <a:lnTo>
                    <a:pt x="0" y="171450"/>
                  </a:lnTo>
                  <a:lnTo>
                    <a:pt x="0" y="57150"/>
                  </a:lnTo>
                  <a:lnTo>
                    <a:pt x="441960" y="57150"/>
                  </a:lnTo>
                  <a:lnTo>
                    <a:pt x="44196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Shape 40">
              <a:extLst>
                <a:ext uri="{FF2B5EF4-FFF2-40B4-BE49-F238E27FC236}">
                  <a16:creationId xmlns:a16="http://schemas.microsoft.com/office/drawing/2014/main" id="{4D5E3A17-DF68-D374-85E2-4EEC0236DC89}"/>
                </a:ext>
              </a:extLst>
            </p:cNvPr>
            <p:cNvSpPr/>
            <p:nvPr/>
          </p:nvSpPr>
          <p:spPr>
            <a:xfrm>
              <a:off x="1767535" y="2065020"/>
              <a:ext cx="556260" cy="228600"/>
            </a:xfrm>
            <a:custGeom>
              <a:avLst/>
              <a:gdLst/>
              <a:ahLst/>
              <a:cxnLst/>
              <a:rect l="0" t="0" r="0" b="0"/>
              <a:pathLst>
                <a:path w="556260" h="228600">
                  <a:moveTo>
                    <a:pt x="0" y="57150"/>
                  </a:moveTo>
                  <a:lnTo>
                    <a:pt x="441960" y="57150"/>
                  </a:lnTo>
                  <a:lnTo>
                    <a:pt x="441960" y="0"/>
                  </a:lnTo>
                  <a:lnTo>
                    <a:pt x="556260" y="114300"/>
                  </a:lnTo>
                  <a:lnTo>
                    <a:pt x="441960" y="228600"/>
                  </a:lnTo>
                  <a:lnTo>
                    <a:pt x="441960" y="171450"/>
                  </a:lnTo>
                  <a:lnTo>
                    <a:pt x="0" y="17145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Shape 41">
              <a:extLst>
                <a:ext uri="{FF2B5EF4-FFF2-40B4-BE49-F238E27FC236}">
                  <a16:creationId xmlns:a16="http://schemas.microsoft.com/office/drawing/2014/main" id="{98B67977-8DDF-082D-04E5-D974CFB8253C}"/>
                </a:ext>
              </a:extLst>
            </p:cNvPr>
            <p:cNvSpPr/>
            <p:nvPr/>
          </p:nvSpPr>
          <p:spPr>
            <a:xfrm>
              <a:off x="1858975" y="2895599"/>
              <a:ext cx="480060" cy="190500"/>
            </a:xfrm>
            <a:custGeom>
              <a:avLst/>
              <a:gdLst/>
              <a:ahLst/>
              <a:cxnLst/>
              <a:rect l="0" t="0" r="0" b="0"/>
              <a:pathLst>
                <a:path w="480060" h="190500">
                  <a:moveTo>
                    <a:pt x="384810" y="0"/>
                  </a:moveTo>
                  <a:lnTo>
                    <a:pt x="480060" y="95250"/>
                  </a:lnTo>
                  <a:lnTo>
                    <a:pt x="384810" y="190500"/>
                  </a:lnTo>
                  <a:lnTo>
                    <a:pt x="38481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384810" y="47625"/>
                  </a:lnTo>
                  <a:lnTo>
                    <a:pt x="38481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Shape 42">
              <a:extLst>
                <a:ext uri="{FF2B5EF4-FFF2-40B4-BE49-F238E27FC236}">
                  <a16:creationId xmlns:a16="http://schemas.microsoft.com/office/drawing/2014/main" id="{FAC3B927-95FA-2457-4AB4-C16275FF3C71}"/>
                </a:ext>
              </a:extLst>
            </p:cNvPr>
            <p:cNvSpPr/>
            <p:nvPr/>
          </p:nvSpPr>
          <p:spPr>
            <a:xfrm>
              <a:off x="1858975" y="2895599"/>
              <a:ext cx="480060" cy="190500"/>
            </a:xfrm>
            <a:custGeom>
              <a:avLst/>
              <a:gdLst/>
              <a:ahLst/>
              <a:cxnLst/>
              <a:rect l="0" t="0" r="0" b="0"/>
              <a:pathLst>
                <a:path w="480060" h="190500">
                  <a:moveTo>
                    <a:pt x="0" y="47625"/>
                  </a:moveTo>
                  <a:lnTo>
                    <a:pt x="384810" y="47625"/>
                  </a:lnTo>
                  <a:lnTo>
                    <a:pt x="384810" y="0"/>
                  </a:lnTo>
                  <a:lnTo>
                    <a:pt x="480060" y="95250"/>
                  </a:lnTo>
                  <a:lnTo>
                    <a:pt x="384810" y="190500"/>
                  </a:lnTo>
                  <a:lnTo>
                    <a:pt x="384810" y="142875"/>
                  </a:lnTo>
                  <a:lnTo>
                    <a:pt x="0" y="142875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Shape 43">
              <a:extLst>
                <a:ext uri="{FF2B5EF4-FFF2-40B4-BE49-F238E27FC236}">
                  <a16:creationId xmlns:a16="http://schemas.microsoft.com/office/drawing/2014/main" id="{B2070005-2AFA-72F1-4075-7D90BEF61601}"/>
                </a:ext>
              </a:extLst>
            </p:cNvPr>
            <p:cNvSpPr/>
            <p:nvPr/>
          </p:nvSpPr>
          <p:spPr>
            <a:xfrm>
              <a:off x="1828495" y="3825240"/>
              <a:ext cx="487680" cy="228600"/>
            </a:xfrm>
            <a:custGeom>
              <a:avLst/>
              <a:gdLst/>
              <a:ahLst/>
              <a:cxnLst/>
              <a:rect l="0" t="0" r="0" b="0"/>
              <a:pathLst>
                <a:path w="487680" h="228600">
                  <a:moveTo>
                    <a:pt x="373380" y="0"/>
                  </a:moveTo>
                  <a:lnTo>
                    <a:pt x="487680" y="114300"/>
                  </a:lnTo>
                  <a:lnTo>
                    <a:pt x="373380" y="228600"/>
                  </a:lnTo>
                  <a:lnTo>
                    <a:pt x="373380" y="171450"/>
                  </a:lnTo>
                  <a:lnTo>
                    <a:pt x="0" y="171450"/>
                  </a:lnTo>
                  <a:lnTo>
                    <a:pt x="0" y="57150"/>
                  </a:lnTo>
                  <a:lnTo>
                    <a:pt x="373380" y="57150"/>
                  </a:lnTo>
                  <a:lnTo>
                    <a:pt x="37338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Shape 44">
              <a:extLst>
                <a:ext uri="{FF2B5EF4-FFF2-40B4-BE49-F238E27FC236}">
                  <a16:creationId xmlns:a16="http://schemas.microsoft.com/office/drawing/2014/main" id="{4171CCFD-26F9-5275-3A15-0D1A7213CB22}"/>
                </a:ext>
              </a:extLst>
            </p:cNvPr>
            <p:cNvSpPr/>
            <p:nvPr/>
          </p:nvSpPr>
          <p:spPr>
            <a:xfrm>
              <a:off x="1828495" y="3825240"/>
              <a:ext cx="487680" cy="228600"/>
            </a:xfrm>
            <a:custGeom>
              <a:avLst/>
              <a:gdLst/>
              <a:ahLst/>
              <a:cxnLst/>
              <a:rect l="0" t="0" r="0" b="0"/>
              <a:pathLst>
                <a:path w="487680" h="228600">
                  <a:moveTo>
                    <a:pt x="0" y="57150"/>
                  </a:moveTo>
                  <a:lnTo>
                    <a:pt x="373380" y="57150"/>
                  </a:lnTo>
                  <a:lnTo>
                    <a:pt x="373380" y="0"/>
                  </a:lnTo>
                  <a:lnTo>
                    <a:pt x="487680" y="114300"/>
                  </a:lnTo>
                  <a:lnTo>
                    <a:pt x="373380" y="228600"/>
                  </a:lnTo>
                  <a:lnTo>
                    <a:pt x="373380" y="171450"/>
                  </a:lnTo>
                  <a:lnTo>
                    <a:pt x="0" y="17145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Shape 45">
              <a:extLst>
                <a:ext uri="{FF2B5EF4-FFF2-40B4-BE49-F238E27FC236}">
                  <a16:creationId xmlns:a16="http://schemas.microsoft.com/office/drawing/2014/main" id="{8A28C942-5F99-2B29-2220-7C2EE1974BE4}"/>
                </a:ext>
              </a:extLst>
            </p:cNvPr>
            <p:cNvSpPr/>
            <p:nvPr/>
          </p:nvSpPr>
          <p:spPr>
            <a:xfrm>
              <a:off x="1889455" y="4686300"/>
              <a:ext cx="434340" cy="220980"/>
            </a:xfrm>
            <a:custGeom>
              <a:avLst/>
              <a:gdLst/>
              <a:ahLst/>
              <a:cxnLst/>
              <a:rect l="0" t="0" r="0" b="0"/>
              <a:pathLst>
                <a:path w="434340" h="220980">
                  <a:moveTo>
                    <a:pt x="323850" y="0"/>
                  </a:moveTo>
                  <a:lnTo>
                    <a:pt x="434340" y="110490"/>
                  </a:lnTo>
                  <a:lnTo>
                    <a:pt x="323850" y="220980"/>
                  </a:lnTo>
                  <a:lnTo>
                    <a:pt x="323850" y="165735"/>
                  </a:lnTo>
                  <a:lnTo>
                    <a:pt x="0" y="165735"/>
                  </a:lnTo>
                  <a:lnTo>
                    <a:pt x="0" y="55245"/>
                  </a:lnTo>
                  <a:lnTo>
                    <a:pt x="323850" y="55245"/>
                  </a:lnTo>
                  <a:lnTo>
                    <a:pt x="32385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7" name="Shape 46">
              <a:extLst>
                <a:ext uri="{FF2B5EF4-FFF2-40B4-BE49-F238E27FC236}">
                  <a16:creationId xmlns:a16="http://schemas.microsoft.com/office/drawing/2014/main" id="{0BC45B6B-7A18-2BF4-A70A-F48689608140}"/>
                </a:ext>
              </a:extLst>
            </p:cNvPr>
            <p:cNvSpPr/>
            <p:nvPr/>
          </p:nvSpPr>
          <p:spPr>
            <a:xfrm>
              <a:off x="1889455" y="4686300"/>
              <a:ext cx="434340" cy="220980"/>
            </a:xfrm>
            <a:custGeom>
              <a:avLst/>
              <a:gdLst/>
              <a:ahLst/>
              <a:cxnLst/>
              <a:rect l="0" t="0" r="0" b="0"/>
              <a:pathLst>
                <a:path w="434340" h="220980">
                  <a:moveTo>
                    <a:pt x="0" y="55245"/>
                  </a:moveTo>
                  <a:lnTo>
                    <a:pt x="323850" y="55245"/>
                  </a:lnTo>
                  <a:lnTo>
                    <a:pt x="323850" y="0"/>
                  </a:lnTo>
                  <a:lnTo>
                    <a:pt x="434340" y="110490"/>
                  </a:lnTo>
                  <a:lnTo>
                    <a:pt x="323850" y="220980"/>
                  </a:lnTo>
                  <a:lnTo>
                    <a:pt x="323850" y="165735"/>
                  </a:lnTo>
                  <a:lnTo>
                    <a:pt x="0" y="165735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Shape 47">
              <a:extLst>
                <a:ext uri="{FF2B5EF4-FFF2-40B4-BE49-F238E27FC236}">
                  <a16:creationId xmlns:a16="http://schemas.microsoft.com/office/drawing/2014/main" id="{7F697EE4-EB25-39C6-D570-997B97513126}"/>
                </a:ext>
              </a:extLst>
            </p:cNvPr>
            <p:cNvSpPr/>
            <p:nvPr/>
          </p:nvSpPr>
          <p:spPr>
            <a:xfrm>
              <a:off x="2011375" y="5494020"/>
              <a:ext cx="320040" cy="251460"/>
            </a:xfrm>
            <a:custGeom>
              <a:avLst/>
              <a:gdLst/>
              <a:ahLst/>
              <a:cxnLst/>
              <a:rect l="0" t="0" r="0" b="0"/>
              <a:pathLst>
                <a:path w="320040" h="251460">
                  <a:moveTo>
                    <a:pt x="194310" y="0"/>
                  </a:moveTo>
                  <a:lnTo>
                    <a:pt x="320040" y="125730"/>
                  </a:lnTo>
                  <a:lnTo>
                    <a:pt x="194310" y="251460"/>
                  </a:lnTo>
                  <a:lnTo>
                    <a:pt x="194310" y="188595"/>
                  </a:lnTo>
                  <a:lnTo>
                    <a:pt x="0" y="188595"/>
                  </a:lnTo>
                  <a:lnTo>
                    <a:pt x="0" y="62865"/>
                  </a:lnTo>
                  <a:lnTo>
                    <a:pt x="194310" y="62865"/>
                  </a:lnTo>
                  <a:lnTo>
                    <a:pt x="19431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Shape 48">
              <a:extLst>
                <a:ext uri="{FF2B5EF4-FFF2-40B4-BE49-F238E27FC236}">
                  <a16:creationId xmlns:a16="http://schemas.microsoft.com/office/drawing/2014/main" id="{DDC861A2-05EA-AD69-1B9F-6984BB0240CA}"/>
                </a:ext>
              </a:extLst>
            </p:cNvPr>
            <p:cNvSpPr/>
            <p:nvPr/>
          </p:nvSpPr>
          <p:spPr>
            <a:xfrm>
              <a:off x="2011375" y="5494020"/>
              <a:ext cx="320040" cy="251460"/>
            </a:xfrm>
            <a:custGeom>
              <a:avLst/>
              <a:gdLst/>
              <a:ahLst/>
              <a:cxnLst/>
              <a:rect l="0" t="0" r="0" b="0"/>
              <a:pathLst>
                <a:path w="320040" h="251460">
                  <a:moveTo>
                    <a:pt x="0" y="62865"/>
                  </a:moveTo>
                  <a:lnTo>
                    <a:pt x="194310" y="62865"/>
                  </a:lnTo>
                  <a:lnTo>
                    <a:pt x="194310" y="0"/>
                  </a:lnTo>
                  <a:lnTo>
                    <a:pt x="320040" y="125730"/>
                  </a:lnTo>
                  <a:lnTo>
                    <a:pt x="194310" y="251460"/>
                  </a:lnTo>
                  <a:lnTo>
                    <a:pt x="194310" y="188595"/>
                  </a:lnTo>
                  <a:lnTo>
                    <a:pt x="0" y="188595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Shape 50">
              <a:extLst>
                <a:ext uri="{FF2B5EF4-FFF2-40B4-BE49-F238E27FC236}">
                  <a16:creationId xmlns:a16="http://schemas.microsoft.com/office/drawing/2014/main" id="{99AD80A7-14DC-2612-B87D-1AA8CD227132}"/>
                </a:ext>
              </a:extLst>
            </p:cNvPr>
            <p:cNvSpPr/>
            <p:nvPr/>
          </p:nvSpPr>
          <p:spPr>
            <a:xfrm>
              <a:off x="4188155" y="0"/>
              <a:ext cx="1524000" cy="518160"/>
            </a:xfrm>
            <a:custGeom>
              <a:avLst/>
              <a:gdLst/>
              <a:ahLst/>
              <a:cxnLst/>
              <a:rect l="0" t="0" r="0" b="0"/>
              <a:pathLst>
                <a:path w="1524000" h="518160">
                  <a:moveTo>
                    <a:pt x="0" y="518160"/>
                  </a:moveTo>
                  <a:lnTo>
                    <a:pt x="1524000" y="518160"/>
                  </a:lnTo>
                  <a:lnTo>
                    <a:pt x="15240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7E1C6BC-DE9A-0BA4-40B4-8B855684A13E}"/>
                </a:ext>
              </a:extLst>
            </p:cNvPr>
            <p:cNvSpPr/>
            <p:nvPr/>
          </p:nvSpPr>
          <p:spPr>
            <a:xfrm>
              <a:off x="4497654" y="84073"/>
              <a:ext cx="1248786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Rechargeable 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AC47BF3-17C1-FF88-46B2-8B7404CBF27E}"/>
                </a:ext>
              </a:extLst>
            </p:cNvPr>
            <p:cNvSpPr/>
            <p:nvPr/>
          </p:nvSpPr>
          <p:spPr>
            <a:xfrm>
              <a:off x="4729302" y="300482"/>
              <a:ext cx="590442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battery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875450-A722-8A71-CC37-2007AB72AB2A}"/>
                </a:ext>
              </a:extLst>
            </p:cNvPr>
            <p:cNvSpPr/>
            <p:nvPr/>
          </p:nvSpPr>
          <p:spPr>
            <a:xfrm>
              <a:off x="5174564" y="300482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4" name="Shape 55">
              <a:extLst>
                <a:ext uri="{FF2B5EF4-FFF2-40B4-BE49-F238E27FC236}">
                  <a16:creationId xmlns:a16="http://schemas.microsoft.com/office/drawing/2014/main" id="{969349E6-90EC-CFC6-C29B-D6B0E49F959D}"/>
                </a:ext>
              </a:extLst>
            </p:cNvPr>
            <p:cNvSpPr/>
            <p:nvPr/>
          </p:nvSpPr>
          <p:spPr>
            <a:xfrm>
              <a:off x="2521915" y="121920"/>
              <a:ext cx="1021080" cy="365760"/>
            </a:xfrm>
            <a:custGeom>
              <a:avLst/>
              <a:gdLst/>
              <a:ahLst/>
              <a:cxnLst/>
              <a:rect l="0" t="0" r="0" b="0"/>
              <a:pathLst>
                <a:path w="1021080" h="365760">
                  <a:moveTo>
                    <a:pt x="0" y="365760"/>
                  </a:moveTo>
                  <a:lnTo>
                    <a:pt x="1021080" y="365760"/>
                  </a:lnTo>
                  <a:lnTo>
                    <a:pt x="102108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EE78A39-45BF-2EF6-6ACE-5FC7FE3689A5}"/>
                </a:ext>
              </a:extLst>
            </p:cNvPr>
            <p:cNvSpPr/>
            <p:nvPr/>
          </p:nvSpPr>
          <p:spPr>
            <a:xfrm>
              <a:off x="2787091" y="205994"/>
              <a:ext cx="654087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Lm2596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5FE5A1F-1FC1-14A3-42A9-9D77FD541376}"/>
                </a:ext>
              </a:extLst>
            </p:cNvPr>
            <p:cNvSpPr/>
            <p:nvPr/>
          </p:nvSpPr>
          <p:spPr>
            <a:xfrm>
              <a:off x="3280867" y="205994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7" name="Shape 59">
              <a:extLst>
                <a:ext uri="{FF2B5EF4-FFF2-40B4-BE49-F238E27FC236}">
                  <a16:creationId xmlns:a16="http://schemas.microsoft.com/office/drawing/2014/main" id="{D2911CD5-D23C-2915-3D7C-F91F02060A74}"/>
                </a:ext>
              </a:extLst>
            </p:cNvPr>
            <p:cNvSpPr/>
            <p:nvPr/>
          </p:nvSpPr>
          <p:spPr>
            <a:xfrm>
              <a:off x="4670755" y="1440180"/>
              <a:ext cx="1417320" cy="533400"/>
            </a:xfrm>
            <a:custGeom>
              <a:avLst/>
              <a:gdLst/>
              <a:ahLst/>
              <a:cxnLst/>
              <a:rect l="0" t="0" r="0" b="0"/>
              <a:pathLst>
                <a:path w="1417320" h="533400">
                  <a:moveTo>
                    <a:pt x="0" y="533400"/>
                  </a:moveTo>
                  <a:lnTo>
                    <a:pt x="1417320" y="533400"/>
                  </a:lnTo>
                  <a:lnTo>
                    <a:pt x="141732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CED2B5B-44E0-E0A2-1E5A-0E4DB1FEDEC2}"/>
                </a:ext>
              </a:extLst>
            </p:cNvPr>
            <p:cNvSpPr/>
            <p:nvPr/>
          </p:nvSpPr>
          <p:spPr>
            <a:xfrm>
              <a:off x="4796359" y="1581022"/>
              <a:ext cx="1557486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Ultrasonic sensor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026CE01-B636-B470-8C35-D40F6A126560}"/>
                </a:ext>
              </a:extLst>
            </p:cNvPr>
            <p:cNvSpPr/>
            <p:nvPr/>
          </p:nvSpPr>
          <p:spPr>
            <a:xfrm>
              <a:off x="5970474" y="1581022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0" name="Shape 63">
              <a:extLst>
                <a:ext uri="{FF2B5EF4-FFF2-40B4-BE49-F238E27FC236}">
                  <a16:creationId xmlns:a16="http://schemas.microsoft.com/office/drawing/2014/main" id="{953C2B16-5CA5-2E1A-84B5-296C749A2C39}"/>
                </a:ext>
              </a:extLst>
            </p:cNvPr>
            <p:cNvSpPr/>
            <p:nvPr/>
          </p:nvSpPr>
          <p:spPr>
            <a:xfrm>
              <a:off x="4708855" y="2667000"/>
              <a:ext cx="1584960" cy="502920"/>
            </a:xfrm>
            <a:custGeom>
              <a:avLst/>
              <a:gdLst/>
              <a:ahLst/>
              <a:cxnLst/>
              <a:rect l="0" t="0" r="0" b="0"/>
              <a:pathLst>
                <a:path w="1584960" h="502920">
                  <a:moveTo>
                    <a:pt x="0" y="502920"/>
                  </a:moveTo>
                  <a:lnTo>
                    <a:pt x="1584960" y="502920"/>
                  </a:lnTo>
                  <a:lnTo>
                    <a:pt x="158496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738C6A9-08F4-0234-9E5D-081D98E1EE72}"/>
                </a:ext>
              </a:extLst>
            </p:cNvPr>
            <p:cNvSpPr/>
            <p:nvPr/>
          </p:nvSpPr>
          <p:spPr>
            <a:xfrm>
              <a:off x="4823383" y="2778134"/>
              <a:ext cx="1323259" cy="24260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Vibration sensor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AB01D9F-B40A-E33B-C163-4F89B4B2DD3D}"/>
                </a:ext>
              </a:extLst>
            </p:cNvPr>
            <p:cNvSpPr/>
            <p:nvPr/>
          </p:nvSpPr>
          <p:spPr>
            <a:xfrm>
              <a:off x="5967426" y="2791333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3" name="Shape 67">
              <a:extLst>
                <a:ext uri="{FF2B5EF4-FFF2-40B4-BE49-F238E27FC236}">
                  <a16:creationId xmlns:a16="http://schemas.microsoft.com/office/drawing/2014/main" id="{5B5645BA-5D1F-DE30-F3EF-1DCFABE12B75}"/>
                </a:ext>
              </a:extLst>
            </p:cNvPr>
            <p:cNvSpPr/>
            <p:nvPr/>
          </p:nvSpPr>
          <p:spPr>
            <a:xfrm>
              <a:off x="4487875" y="3718560"/>
              <a:ext cx="754380" cy="556260"/>
            </a:xfrm>
            <a:custGeom>
              <a:avLst/>
              <a:gdLst/>
              <a:ahLst/>
              <a:cxnLst/>
              <a:rect l="0" t="0" r="0" b="0"/>
              <a:pathLst>
                <a:path w="754380" h="556260">
                  <a:moveTo>
                    <a:pt x="0" y="556260"/>
                  </a:moveTo>
                  <a:lnTo>
                    <a:pt x="754380" y="556260"/>
                  </a:lnTo>
                  <a:lnTo>
                    <a:pt x="75438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1D8751C-141A-CE6E-FED3-8A29D4BFE35B}"/>
                </a:ext>
              </a:extLst>
            </p:cNvPr>
            <p:cNvSpPr/>
            <p:nvPr/>
          </p:nvSpPr>
          <p:spPr>
            <a:xfrm>
              <a:off x="4762830" y="3803650"/>
              <a:ext cx="321470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Lcd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C638372-71BB-E925-A7F0-630E4B24688B}"/>
                </a:ext>
              </a:extLst>
            </p:cNvPr>
            <p:cNvSpPr/>
            <p:nvPr/>
          </p:nvSpPr>
          <p:spPr>
            <a:xfrm>
              <a:off x="4683583" y="4020312"/>
              <a:ext cx="483623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driver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64AE9DF-B5E7-BFC2-16B3-5B2CA3DEA229}"/>
                </a:ext>
              </a:extLst>
            </p:cNvPr>
            <p:cNvSpPr/>
            <p:nvPr/>
          </p:nvSpPr>
          <p:spPr>
            <a:xfrm>
              <a:off x="5049342" y="4020312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7" name="Shape 72">
              <a:extLst>
                <a:ext uri="{FF2B5EF4-FFF2-40B4-BE49-F238E27FC236}">
                  <a16:creationId xmlns:a16="http://schemas.microsoft.com/office/drawing/2014/main" id="{EE1D814F-50AC-2394-7495-0D44CE6FBA71}"/>
                </a:ext>
              </a:extLst>
            </p:cNvPr>
            <p:cNvSpPr/>
            <p:nvPr/>
          </p:nvSpPr>
          <p:spPr>
            <a:xfrm>
              <a:off x="5486096" y="3703319"/>
              <a:ext cx="952500" cy="548640"/>
            </a:xfrm>
            <a:custGeom>
              <a:avLst/>
              <a:gdLst/>
              <a:ahLst/>
              <a:cxnLst/>
              <a:rect l="0" t="0" r="0" b="0"/>
              <a:pathLst>
                <a:path w="952500" h="548640">
                  <a:moveTo>
                    <a:pt x="0" y="548640"/>
                  </a:moveTo>
                  <a:lnTo>
                    <a:pt x="952500" y="548640"/>
                  </a:lnTo>
                  <a:lnTo>
                    <a:pt x="9525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34ACC07-CEB5-BC0A-5B12-F7501B31A16B}"/>
                </a:ext>
              </a:extLst>
            </p:cNvPr>
            <p:cNvSpPr/>
            <p:nvPr/>
          </p:nvSpPr>
          <p:spPr>
            <a:xfrm>
              <a:off x="5628716" y="3852418"/>
              <a:ext cx="890021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Lcd display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0EC0463-1E7D-A708-21D6-067E96352AD3}"/>
                </a:ext>
              </a:extLst>
            </p:cNvPr>
            <p:cNvSpPr/>
            <p:nvPr/>
          </p:nvSpPr>
          <p:spPr>
            <a:xfrm>
              <a:off x="6299658" y="3852418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0" name="Shape 76">
              <a:extLst>
                <a:ext uri="{FF2B5EF4-FFF2-40B4-BE49-F238E27FC236}">
                  <a16:creationId xmlns:a16="http://schemas.microsoft.com/office/drawing/2014/main" id="{59BB251E-4516-7D8F-F3BA-3A53E3047D98}"/>
                </a:ext>
              </a:extLst>
            </p:cNvPr>
            <p:cNvSpPr/>
            <p:nvPr/>
          </p:nvSpPr>
          <p:spPr>
            <a:xfrm>
              <a:off x="4548836" y="4777740"/>
              <a:ext cx="883920" cy="396240"/>
            </a:xfrm>
            <a:custGeom>
              <a:avLst/>
              <a:gdLst/>
              <a:ahLst/>
              <a:cxnLst/>
              <a:rect l="0" t="0" r="0" b="0"/>
              <a:pathLst>
                <a:path w="883920" h="396240">
                  <a:moveTo>
                    <a:pt x="0" y="396240"/>
                  </a:moveTo>
                  <a:lnTo>
                    <a:pt x="883920" y="396240"/>
                  </a:lnTo>
                  <a:lnTo>
                    <a:pt x="88392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87D5A7-9CB1-DCED-F601-E4E49B485107}"/>
                </a:ext>
              </a:extLst>
            </p:cNvPr>
            <p:cNvSpPr/>
            <p:nvPr/>
          </p:nvSpPr>
          <p:spPr>
            <a:xfrm>
              <a:off x="4698823" y="4864608"/>
              <a:ext cx="783607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transistor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7B922A2-8278-7CAE-411C-64CFC9E7CE42}"/>
                </a:ext>
              </a:extLst>
            </p:cNvPr>
            <p:cNvSpPr/>
            <p:nvPr/>
          </p:nvSpPr>
          <p:spPr>
            <a:xfrm>
              <a:off x="5287340" y="4864608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3" name="Shape 80">
              <a:extLst>
                <a:ext uri="{FF2B5EF4-FFF2-40B4-BE49-F238E27FC236}">
                  <a16:creationId xmlns:a16="http://schemas.microsoft.com/office/drawing/2014/main" id="{1C1138BD-87F1-7561-96A0-5C349E2599C9}"/>
                </a:ext>
              </a:extLst>
            </p:cNvPr>
            <p:cNvSpPr/>
            <p:nvPr/>
          </p:nvSpPr>
          <p:spPr>
            <a:xfrm>
              <a:off x="5577536" y="4762499"/>
              <a:ext cx="845820" cy="396240"/>
            </a:xfrm>
            <a:custGeom>
              <a:avLst/>
              <a:gdLst/>
              <a:ahLst/>
              <a:cxnLst/>
              <a:rect l="0" t="0" r="0" b="0"/>
              <a:pathLst>
                <a:path w="845820" h="396240">
                  <a:moveTo>
                    <a:pt x="0" y="396240"/>
                  </a:moveTo>
                  <a:lnTo>
                    <a:pt x="845820" y="396240"/>
                  </a:lnTo>
                  <a:lnTo>
                    <a:pt x="84582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44C3027-77E2-8D16-1D3F-38CA4D785D21}"/>
                </a:ext>
              </a:extLst>
            </p:cNvPr>
            <p:cNvSpPr/>
            <p:nvPr/>
          </p:nvSpPr>
          <p:spPr>
            <a:xfrm>
              <a:off x="5875986" y="4849367"/>
              <a:ext cx="487586" cy="17836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LEDS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8F54E68-81CE-8AFF-5B16-C166B91D369D}"/>
                </a:ext>
              </a:extLst>
            </p:cNvPr>
            <p:cNvSpPr/>
            <p:nvPr/>
          </p:nvSpPr>
          <p:spPr>
            <a:xfrm>
              <a:off x="6125922" y="4849368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6" name="Shape 84">
              <a:extLst>
                <a:ext uri="{FF2B5EF4-FFF2-40B4-BE49-F238E27FC236}">
                  <a16:creationId xmlns:a16="http://schemas.microsoft.com/office/drawing/2014/main" id="{C4446293-F286-AC8D-9CCE-7EA1E53D0FBD}"/>
                </a:ext>
              </a:extLst>
            </p:cNvPr>
            <p:cNvSpPr/>
            <p:nvPr/>
          </p:nvSpPr>
          <p:spPr>
            <a:xfrm>
              <a:off x="1973275" y="6530340"/>
              <a:ext cx="1150620" cy="556260"/>
            </a:xfrm>
            <a:custGeom>
              <a:avLst/>
              <a:gdLst/>
              <a:ahLst/>
              <a:cxnLst/>
              <a:rect l="0" t="0" r="0" b="0"/>
              <a:pathLst>
                <a:path w="1150620" h="556260">
                  <a:moveTo>
                    <a:pt x="0" y="556260"/>
                  </a:moveTo>
                  <a:lnTo>
                    <a:pt x="1150620" y="556260"/>
                  </a:lnTo>
                  <a:lnTo>
                    <a:pt x="115062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8E8F9F2-5C80-BD0E-B4D1-429F01C7EAE0}"/>
                </a:ext>
              </a:extLst>
            </p:cNvPr>
            <p:cNvSpPr/>
            <p:nvPr/>
          </p:nvSpPr>
          <p:spPr>
            <a:xfrm>
              <a:off x="2238197" y="6617843"/>
              <a:ext cx="876237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Ultrasonic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F666261-6A7E-BF74-9318-E1B71FFF49CC}"/>
                </a:ext>
              </a:extLst>
            </p:cNvPr>
            <p:cNvSpPr/>
            <p:nvPr/>
          </p:nvSpPr>
          <p:spPr>
            <a:xfrm>
              <a:off x="2344877" y="6831203"/>
              <a:ext cx="544633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sensor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5D2E7FD-078B-7990-73B4-3F45FB652887}"/>
                </a:ext>
              </a:extLst>
            </p:cNvPr>
            <p:cNvSpPr/>
            <p:nvPr/>
          </p:nvSpPr>
          <p:spPr>
            <a:xfrm>
              <a:off x="2753563" y="6831203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0" name="Shape 89">
              <a:extLst>
                <a:ext uri="{FF2B5EF4-FFF2-40B4-BE49-F238E27FC236}">
                  <a16:creationId xmlns:a16="http://schemas.microsoft.com/office/drawing/2014/main" id="{9B24BBF1-36C3-1C52-2C7A-D022F97F939F}"/>
                </a:ext>
              </a:extLst>
            </p:cNvPr>
            <p:cNvSpPr/>
            <p:nvPr/>
          </p:nvSpPr>
          <p:spPr>
            <a:xfrm>
              <a:off x="3489655" y="6515099"/>
              <a:ext cx="1150620" cy="571500"/>
            </a:xfrm>
            <a:custGeom>
              <a:avLst/>
              <a:gdLst/>
              <a:ahLst/>
              <a:cxnLst/>
              <a:rect l="0" t="0" r="0" b="0"/>
              <a:pathLst>
                <a:path w="1150620" h="571500">
                  <a:moveTo>
                    <a:pt x="0" y="571500"/>
                  </a:moveTo>
                  <a:lnTo>
                    <a:pt x="1150620" y="571500"/>
                  </a:lnTo>
                  <a:lnTo>
                    <a:pt x="115062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B819EAB-8F74-609F-3546-84347017A397}"/>
                </a:ext>
              </a:extLst>
            </p:cNvPr>
            <p:cNvSpPr/>
            <p:nvPr/>
          </p:nvSpPr>
          <p:spPr>
            <a:xfrm>
              <a:off x="3601161" y="6672707"/>
              <a:ext cx="1233584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Vibriate sensor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DEBFBFA-447E-85B7-523E-61C346846F11}"/>
                </a:ext>
              </a:extLst>
            </p:cNvPr>
            <p:cNvSpPr/>
            <p:nvPr/>
          </p:nvSpPr>
          <p:spPr>
            <a:xfrm>
              <a:off x="4531183" y="6672707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3" name="Shape 92">
              <a:extLst>
                <a:ext uri="{FF2B5EF4-FFF2-40B4-BE49-F238E27FC236}">
                  <a16:creationId xmlns:a16="http://schemas.microsoft.com/office/drawing/2014/main" id="{0377C197-FA7B-A9FE-03B0-D645F5E600CB}"/>
                </a:ext>
              </a:extLst>
            </p:cNvPr>
            <p:cNvSpPr/>
            <p:nvPr/>
          </p:nvSpPr>
          <p:spPr>
            <a:xfrm>
              <a:off x="3527755" y="140970"/>
              <a:ext cx="662940" cy="217170"/>
            </a:xfrm>
            <a:custGeom>
              <a:avLst/>
              <a:gdLst/>
              <a:ahLst/>
              <a:cxnLst/>
              <a:rect l="0" t="0" r="0" b="0"/>
              <a:pathLst>
                <a:path w="662940" h="217170">
                  <a:moveTo>
                    <a:pt x="108585" y="0"/>
                  </a:moveTo>
                  <a:lnTo>
                    <a:pt x="108585" y="54228"/>
                  </a:lnTo>
                  <a:lnTo>
                    <a:pt x="662940" y="54228"/>
                  </a:lnTo>
                  <a:lnTo>
                    <a:pt x="662940" y="162940"/>
                  </a:lnTo>
                  <a:lnTo>
                    <a:pt x="108585" y="162940"/>
                  </a:lnTo>
                  <a:lnTo>
                    <a:pt x="108585" y="217170"/>
                  </a:lnTo>
                  <a:lnTo>
                    <a:pt x="0" y="108585"/>
                  </a:lnTo>
                  <a:lnTo>
                    <a:pt x="10858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4" name="Shape 93">
              <a:extLst>
                <a:ext uri="{FF2B5EF4-FFF2-40B4-BE49-F238E27FC236}">
                  <a16:creationId xmlns:a16="http://schemas.microsoft.com/office/drawing/2014/main" id="{08EFD69E-FEFD-8A1E-CCC6-1693CA132F9D}"/>
                </a:ext>
              </a:extLst>
            </p:cNvPr>
            <p:cNvSpPr/>
            <p:nvPr/>
          </p:nvSpPr>
          <p:spPr>
            <a:xfrm>
              <a:off x="3527755" y="140970"/>
              <a:ext cx="662940" cy="217170"/>
            </a:xfrm>
            <a:custGeom>
              <a:avLst/>
              <a:gdLst/>
              <a:ahLst/>
              <a:cxnLst/>
              <a:rect l="0" t="0" r="0" b="0"/>
              <a:pathLst>
                <a:path w="662940" h="217170">
                  <a:moveTo>
                    <a:pt x="0" y="108585"/>
                  </a:moveTo>
                  <a:lnTo>
                    <a:pt x="108585" y="0"/>
                  </a:lnTo>
                  <a:lnTo>
                    <a:pt x="108585" y="54228"/>
                  </a:lnTo>
                  <a:lnTo>
                    <a:pt x="662940" y="54228"/>
                  </a:lnTo>
                  <a:lnTo>
                    <a:pt x="662940" y="162940"/>
                  </a:lnTo>
                  <a:lnTo>
                    <a:pt x="108585" y="162940"/>
                  </a:lnTo>
                  <a:lnTo>
                    <a:pt x="108585" y="21717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5" name="Shape 95">
              <a:extLst>
                <a:ext uri="{FF2B5EF4-FFF2-40B4-BE49-F238E27FC236}">
                  <a16:creationId xmlns:a16="http://schemas.microsoft.com/office/drawing/2014/main" id="{807EC296-F108-47F7-B300-B42DA71A150B}"/>
                </a:ext>
              </a:extLst>
            </p:cNvPr>
            <p:cNvSpPr/>
            <p:nvPr/>
          </p:nvSpPr>
          <p:spPr>
            <a:xfrm>
              <a:off x="3032455" y="502920"/>
              <a:ext cx="289560" cy="571500"/>
            </a:xfrm>
            <a:custGeom>
              <a:avLst/>
              <a:gdLst/>
              <a:ahLst/>
              <a:cxnLst/>
              <a:rect l="0" t="0" r="0" b="0"/>
              <a:pathLst>
                <a:path w="289560" h="571500">
                  <a:moveTo>
                    <a:pt x="0" y="426720"/>
                  </a:moveTo>
                  <a:lnTo>
                    <a:pt x="72390" y="426720"/>
                  </a:lnTo>
                  <a:lnTo>
                    <a:pt x="72390" y="0"/>
                  </a:lnTo>
                  <a:lnTo>
                    <a:pt x="217170" y="0"/>
                  </a:lnTo>
                  <a:lnTo>
                    <a:pt x="217170" y="426720"/>
                  </a:lnTo>
                  <a:lnTo>
                    <a:pt x="289560" y="426720"/>
                  </a:lnTo>
                  <a:lnTo>
                    <a:pt x="144780" y="57150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6" name="Shape 96">
              <a:extLst>
                <a:ext uri="{FF2B5EF4-FFF2-40B4-BE49-F238E27FC236}">
                  <a16:creationId xmlns:a16="http://schemas.microsoft.com/office/drawing/2014/main" id="{6C8CDFEE-61A2-6C87-FB7A-D14F36E2F25F}"/>
                </a:ext>
              </a:extLst>
            </p:cNvPr>
            <p:cNvSpPr/>
            <p:nvPr/>
          </p:nvSpPr>
          <p:spPr>
            <a:xfrm>
              <a:off x="4137355" y="3939540"/>
              <a:ext cx="358140" cy="198120"/>
            </a:xfrm>
            <a:custGeom>
              <a:avLst/>
              <a:gdLst/>
              <a:ahLst/>
              <a:cxnLst/>
              <a:rect l="0" t="0" r="0" b="0"/>
              <a:pathLst>
                <a:path w="358140" h="198120">
                  <a:moveTo>
                    <a:pt x="259080" y="0"/>
                  </a:moveTo>
                  <a:lnTo>
                    <a:pt x="358140" y="99060"/>
                  </a:lnTo>
                  <a:lnTo>
                    <a:pt x="259080" y="198120"/>
                  </a:lnTo>
                  <a:lnTo>
                    <a:pt x="259080" y="148590"/>
                  </a:lnTo>
                  <a:lnTo>
                    <a:pt x="0" y="148590"/>
                  </a:lnTo>
                  <a:lnTo>
                    <a:pt x="0" y="49530"/>
                  </a:lnTo>
                  <a:lnTo>
                    <a:pt x="259080" y="49530"/>
                  </a:lnTo>
                  <a:lnTo>
                    <a:pt x="25908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7" name="Shape 97">
              <a:extLst>
                <a:ext uri="{FF2B5EF4-FFF2-40B4-BE49-F238E27FC236}">
                  <a16:creationId xmlns:a16="http://schemas.microsoft.com/office/drawing/2014/main" id="{CC6EECB7-975B-F10B-5C96-9070686596D9}"/>
                </a:ext>
              </a:extLst>
            </p:cNvPr>
            <p:cNvSpPr/>
            <p:nvPr/>
          </p:nvSpPr>
          <p:spPr>
            <a:xfrm>
              <a:off x="4137355" y="3939540"/>
              <a:ext cx="358140" cy="198120"/>
            </a:xfrm>
            <a:custGeom>
              <a:avLst/>
              <a:gdLst/>
              <a:ahLst/>
              <a:cxnLst/>
              <a:rect l="0" t="0" r="0" b="0"/>
              <a:pathLst>
                <a:path w="358140" h="198120">
                  <a:moveTo>
                    <a:pt x="0" y="49530"/>
                  </a:moveTo>
                  <a:lnTo>
                    <a:pt x="259080" y="49530"/>
                  </a:lnTo>
                  <a:lnTo>
                    <a:pt x="259080" y="0"/>
                  </a:lnTo>
                  <a:lnTo>
                    <a:pt x="358140" y="99060"/>
                  </a:lnTo>
                  <a:lnTo>
                    <a:pt x="259080" y="198120"/>
                  </a:lnTo>
                  <a:lnTo>
                    <a:pt x="259080" y="148590"/>
                  </a:lnTo>
                  <a:lnTo>
                    <a:pt x="0" y="14859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8" name="Shape 98">
              <a:extLst>
                <a:ext uri="{FF2B5EF4-FFF2-40B4-BE49-F238E27FC236}">
                  <a16:creationId xmlns:a16="http://schemas.microsoft.com/office/drawing/2014/main" id="{A1374508-D19A-C8D9-27D9-8A3D7B22947D}"/>
                </a:ext>
              </a:extLst>
            </p:cNvPr>
            <p:cNvSpPr/>
            <p:nvPr/>
          </p:nvSpPr>
          <p:spPr>
            <a:xfrm>
              <a:off x="5249875" y="3939540"/>
              <a:ext cx="266700" cy="201930"/>
            </a:xfrm>
            <a:custGeom>
              <a:avLst/>
              <a:gdLst/>
              <a:ahLst/>
              <a:cxnLst/>
              <a:rect l="0" t="0" r="0" b="0"/>
              <a:pathLst>
                <a:path w="266700" h="201930">
                  <a:moveTo>
                    <a:pt x="165735" y="0"/>
                  </a:moveTo>
                  <a:lnTo>
                    <a:pt x="266700" y="100965"/>
                  </a:lnTo>
                  <a:lnTo>
                    <a:pt x="165735" y="201930"/>
                  </a:lnTo>
                  <a:lnTo>
                    <a:pt x="165735" y="151511"/>
                  </a:lnTo>
                  <a:lnTo>
                    <a:pt x="0" y="151511"/>
                  </a:lnTo>
                  <a:lnTo>
                    <a:pt x="0" y="50546"/>
                  </a:lnTo>
                  <a:lnTo>
                    <a:pt x="165735" y="50546"/>
                  </a:lnTo>
                  <a:lnTo>
                    <a:pt x="16573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9" name="Shape 99">
              <a:extLst>
                <a:ext uri="{FF2B5EF4-FFF2-40B4-BE49-F238E27FC236}">
                  <a16:creationId xmlns:a16="http://schemas.microsoft.com/office/drawing/2014/main" id="{613C275D-FE98-10AC-F823-EDBF2968C3BA}"/>
                </a:ext>
              </a:extLst>
            </p:cNvPr>
            <p:cNvSpPr/>
            <p:nvPr/>
          </p:nvSpPr>
          <p:spPr>
            <a:xfrm>
              <a:off x="5249875" y="3939540"/>
              <a:ext cx="266700" cy="201930"/>
            </a:xfrm>
            <a:custGeom>
              <a:avLst/>
              <a:gdLst/>
              <a:ahLst/>
              <a:cxnLst/>
              <a:rect l="0" t="0" r="0" b="0"/>
              <a:pathLst>
                <a:path w="266700" h="201930">
                  <a:moveTo>
                    <a:pt x="0" y="50546"/>
                  </a:moveTo>
                  <a:lnTo>
                    <a:pt x="165735" y="50546"/>
                  </a:lnTo>
                  <a:lnTo>
                    <a:pt x="165735" y="0"/>
                  </a:lnTo>
                  <a:lnTo>
                    <a:pt x="266700" y="100965"/>
                  </a:lnTo>
                  <a:lnTo>
                    <a:pt x="165735" y="201930"/>
                  </a:lnTo>
                  <a:lnTo>
                    <a:pt x="165735" y="151511"/>
                  </a:lnTo>
                  <a:lnTo>
                    <a:pt x="0" y="151511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0" name="Shape 100">
              <a:extLst>
                <a:ext uri="{FF2B5EF4-FFF2-40B4-BE49-F238E27FC236}">
                  <a16:creationId xmlns:a16="http://schemas.microsoft.com/office/drawing/2014/main" id="{3101FBD3-7D14-5621-D97F-F9D9138A9A14}"/>
                </a:ext>
              </a:extLst>
            </p:cNvPr>
            <p:cNvSpPr/>
            <p:nvPr/>
          </p:nvSpPr>
          <p:spPr>
            <a:xfrm>
              <a:off x="4137355" y="4892040"/>
              <a:ext cx="426720" cy="190500"/>
            </a:xfrm>
            <a:custGeom>
              <a:avLst/>
              <a:gdLst/>
              <a:ahLst/>
              <a:cxnLst/>
              <a:rect l="0" t="0" r="0" b="0"/>
              <a:pathLst>
                <a:path w="426720" h="190500">
                  <a:moveTo>
                    <a:pt x="331470" y="0"/>
                  </a:moveTo>
                  <a:lnTo>
                    <a:pt x="426720" y="95250"/>
                  </a:lnTo>
                  <a:lnTo>
                    <a:pt x="331470" y="190500"/>
                  </a:lnTo>
                  <a:lnTo>
                    <a:pt x="33147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331470" y="47625"/>
                  </a:lnTo>
                  <a:lnTo>
                    <a:pt x="33147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1" name="Shape 101">
              <a:extLst>
                <a:ext uri="{FF2B5EF4-FFF2-40B4-BE49-F238E27FC236}">
                  <a16:creationId xmlns:a16="http://schemas.microsoft.com/office/drawing/2014/main" id="{9C97F9E7-271D-DB57-ABBD-5C5B7BD0D48B}"/>
                </a:ext>
              </a:extLst>
            </p:cNvPr>
            <p:cNvSpPr/>
            <p:nvPr/>
          </p:nvSpPr>
          <p:spPr>
            <a:xfrm>
              <a:off x="4137355" y="4892040"/>
              <a:ext cx="426720" cy="190500"/>
            </a:xfrm>
            <a:custGeom>
              <a:avLst/>
              <a:gdLst/>
              <a:ahLst/>
              <a:cxnLst/>
              <a:rect l="0" t="0" r="0" b="0"/>
              <a:pathLst>
                <a:path w="426720" h="190500">
                  <a:moveTo>
                    <a:pt x="0" y="47625"/>
                  </a:moveTo>
                  <a:lnTo>
                    <a:pt x="331470" y="47625"/>
                  </a:lnTo>
                  <a:lnTo>
                    <a:pt x="331470" y="0"/>
                  </a:lnTo>
                  <a:lnTo>
                    <a:pt x="426720" y="95250"/>
                  </a:lnTo>
                  <a:lnTo>
                    <a:pt x="331470" y="190500"/>
                  </a:lnTo>
                  <a:lnTo>
                    <a:pt x="331470" y="142875"/>
                  </a:lnTo>
                  <a:lnTo>
                    <a:pt x="0" y="142875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2" name="Shape 102">
              <a:extLst>
                <a:ext uri="{FF2B5EF4-FFF2-40B4-BE49-F238E27FC236}">
                  <a16:creationId xmlns:a16="http://schemas.microsoft.com/office/drawing/2014/main" id="{254CC786-CA06-E1B7-90FE-A3EB4D45AFAB}"/>
                </a:ext>
              </a:extLst>
            </p:cNvPr>
            <p:cNvSpPr/>
            <p:nvPr/>
          </p:nvSpPr>
          <p:spPr>
            <a:xfrm>
              <a:off x="5432755" y="4892040"/>
              <a:ext cx="182880" cy="144780"/>
            </a:xfrm>
            <a:custGeom>
              <a:avLst/>
              <a:gdLst/>
              <a:ahLst/>
              <a:cxnLst/>
              <a:rect l="0" t="0" r="0" b="0"/>
              <a:pathLst>
                <a:path w="182880" h="144780">
                  <a:moveTo>
                    <a:pt x="110490" y="0"/>
                  </a:moveTo>
                  <a:lnTo>
                    <a:pt x="182880" y="72390"/>
                  </a:lnTo>
                  <a:lnTo>
                    <a:pt x="110490" y="144780"/>
                  </a:lnTo>
                  <a:lnTo>
                    <a:pt x="110490" y="108585"/>
                  </a:lnTo>
                  <a:lnTo>
                    <a:pt x="0" y="108585"/>
                  </a:lnTo>
                  <a:lnTo>
                    <a:pt x="0" y="36195"/>
                  </a:lnTo>
                  <a:lnTo>
                    <a:pt x="110490" y="36195"/>
                  </a:lnTo>
                  <a:lnTo>
                    <a:pt x="11049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3" name="Shape 103">
              <a:extLst>
                <a:ext uri="{FF2B5EF4-FFF2-40B4-BE49-F238E27FC236}">
                  <a16:creationId xmlns:a16="http://schemas.microsoft.com/office/drawing/2014/main" id="{30089BA3-9B1B-C2EA-BA3C-EE0789E30DB4}"/>
                </a:ext>
              </a:extLst>
            </p:cNvPr>
            <p:cNvSpPr/>
            <p:nvPr/>
          </p:nvSpPr>
          <p:spPr>
            <a:xfrm>
              <a:off x="5432755" y="4892040"/>
              <a:ext cx="182880" cy="144780"/>
            </a:xfrm>
            <a:custGeom>
              <a:avLst/>
              <a:gdLst/>
              <a:ahLst/>
              <a:cxnLst/>
              <a:rect l="0" t="0" r="0" b="0"/>
              <a:pathLst>
                <a:path w="182880" h="144780">
                  <a:moveTo>
                    <a:pt x="0" y="36195"/>
                  </a:moveTo>
                  <a:lnTo>
                    <a:pt x="110490" y="36195"/>
                  </a:lnTo>
                  <a:lnTo>
                    <a:pt x="110490" y="0"/>
                  </a:lnTo>
                  <a:lnTo>
                    <a:pt x="182880" y="72390"/>
                  </a:lnTo>
                  <a:lnTo>
                    <a:pt x="110490" y="144780"/>
                  </a:lnTo>
                  <a:lnTo>
                    <a:pt x="110490" y="108585"/>
                  </a:lnTo>
                  <a:lnTo>
                    <a:pt x="0" y="108585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4" name="Shape 104">
              <a:extLst>
                <a:ext uri="{FF2B5EF4-FFF2-40B4-BE49-F238E27FC236}">
                  <a16:creationId xmlns:a16="http://schemas.microsoft.com/office/drawing/2014/main" id="{830BBCF7-CC17-8B4F-0A18-7B0DE17BD99E}"/>
                </a:ext>
              </a:extLst>
            </p:cNvPr>
            <p:cNvSpPr/>
            <p:nvPr/>
          </p:nvSpPr>
          <p:spPr>
            <a:xfrm>
              <a:off x="4114495" y="1497330"/>
              <a:ext cx="563880" cy="201930"/>
            </a:xfrm>
            <a:custGeom>
              <a:avLst/>
              <a:gdLst/>
              <a:ahLst/>
              <a:cxnLst/>
              <a:rect l="0" t="0" r="0" b="0"/>
              <a:pathLst>
                <a:path w="563880" h="201930">
                  <a:moveTo>
                    <a:pt x="100965" y="0"/>
                  </a:moveTo>
                  <a:lnTo>
                    <a:pt x="100965" y="50546"/>
                  </a:lnTo>
                  <a:lnTo>
                    <a:pt x="563880" y="50546"/>
                  </a:lnTo>
                  <a:lnTo>
                    <a:pt x="563880" y="151511"/>
                  </a:lnTo>
                  <a:lnTo>
                    <a:pt x="100965" y="151511"/>
                  </a:lnTo>
                  <a:lnTo>
                    <a:pt x="100965" y="201930"/>
                  </a:lnTo>
                  <a:lnTo>
                    <a:pt x="0" y="100965"/>
                  </a:lnTo>
                  <a:lnTo>
                    <a:pt x="10096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5" name="Shape 105">
              <a:extLst>
                <a:ext uri="{FF2B5EF4-FFF2-40B4-BE49-F238E27FC236}">
                  <a16:creationId xmlns:a16="http://schemas.microsoft.com/office/drawing/2014/main" id="{07577C9D-D8B2-0643-7C15-3065BD4A16E0}"/>
                </a:ext>
              </a:extLst>
            </p:cNvPr>
            <p:cNvSpPr/>
            <p:nvPr/>
          </p:nvSpPr>
          <p:spPr>
            <a:xfrm>
              <a:off x="4114495" y="1497330"/>
              <a:ext cx="563880" cy="201930"/>
            </a:xfrm>
            <a:custGeom>
              <a:avLst/>
              <a:gdLst/>
              <a:ahLst/>
              <a:cxnLst/>
              <a:rect l="0" t="0" r="0" b="0"/>
              <a:pathLst>
                <a:path w="563880" h="201930">
                  <a:moveTo>
                    <a:pt x="0" y="100965"/>
                  </a:moveTo>
                  <a:lnTo>
                    <a:pt x="100965" y="0"/>
                  </a:lnTo>
                  <a:lnTo>
                    <a:pt x="100965" y="50546"/>
                  </a:lnTo>
                  <a:lnTo>
                    <a:pt x="563880" y="50546"/>
                  </a:lnTo>
                  <a:lnTo>
                    <a:pt x="563880" y="151511"/>
                  </a:lnTo>
                  <a:lnTo>
                    <a:pt x="100965" y="151511"/>
                  </a:lnTo>
                  <a:lnTo>
                    <a:pt x="100965" y="20193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6" name="Shape 106">
              <a:extLst>
                <a:ext uri="{FF2B5EF4-FFF2-40B4-BE49-F238E27FC236}">
                  <a16:creationId xmlns:a16="http://schemas.microsoft.com/office/drawing/2014/main" id="{1C0E7A57-11A7-02C9-D581-D396C9E40CA6}"/>
                </a:ext>
              </a:extLst>
            </p:cNvPr>
            <p:cNvSpPr/>
            <p:nvPr/>
          </p:nvSpPr>
          <p:spPr>
            <a:xfrm>
              <a:off x="4076395" y="2819399"/>
              <a:ext cx="624840" cy="205740"/>
            </a:xfrm>
            <a:custGeom>
              <a:avLst/>
              <a:gdLst/>
              <a:ahLst/>
              <a:cxnLst/>
              <a:rect l="0" t="0" r="0" b="0"/>
              <a:pathLst>
                <a:path w="624840" h="205740">
                  <a:moveTo>
                    <a:pt x="102870" y="0"/>
                  </a:moveTo>
                  <a:lnTo>
                    <a:pt x="102870" y="51436"/>
                  </a:lnTo>
                  <a:lnTo>
                    <a:pt x="624840" y="51436"/>
                  </a:lnTo>
                  <a:lnTo>
                    <a:pt x="624840" y="154305"/>
                  </a:lnTo>
                  <a:lnTo>
                    <a:pt x="102870" y="154305"/>
                  </a:lnTo>
                  <a:lnTo>
                    <a:pt x="102870" y="205740"/>
                  </a:lnTo>
                  <a:lnTo>
                    <a:pt x="0" y="102870"/>
                  </a:lnTo>
                  <a:lnTo>
                    <a:pt x="10287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7" name="Shape 107">
              <a:extLst>
                <a:ext uri="{FF2B5EF4-FFF2-40B4-BE49-F238E27FC236}">
                  <a16:creationId xmlns:a16="http://schemas.microsoft.com/office/drawing/2014/main" id="{D14DE83F-D96F-45E1-898F-12FDC09AFF93}"/>
                </a:ext>
              </a:extLst>
            </p:cNvPr>
            <p:cNvSpPr/>
            <p:nvPr/>
          </p:nvSpPr>
          <p:spPr>
            <a:xfrm>
              <a:off x="4076395" y="2819399"/>
              <a:ext cx="624840" cy="205740"/>
            </a:xfrm>
            <a:custGeom>
              <a:avLst/>
              <a:gdLst/>
              <a:ahLst/>
              <a:cxnLst/>
              <a:rect l="0" t="0" r="0" b="0"/>
              <a:pathLst>
                <a:path w="624840" h="205740">
                  <a:moveTo>
                    <a:pt x="0" y="102870"/>
                  </a:moveTo>
                  <a:lnTo>
                    <a:pt x="102870" y="0"/>
                  </a:lnTo>
                  <a:lnTo>
                    <a:pt x="102870" y="51436"/>
                  </a:lnTo>
                  <a:lnTo>
                    <a:pt x="624840" y="51436"/>
                  </a:lnTo>
                  <a:lnTo>
                    <a:pt x="624840" y="154305"/>
                  </a:lnTo>
                  <a:lnTo>
                    <a:pt x="102870" y="154305"/>
                  </a:lnTo>
                  <a:lnTo>
                    <a:pt x="102870" y="20574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8" name="Shape 109">
              <a:extLst>
                <a:ext uri="{FF2B5EF4-FFF2-40B4-BE49-F238E27FC236}">
                  <a16:creationId xmlns:a16="http://schemas.microsoft.com/office/drawing/2014/main" id="{F1A2A336-CC6D-AC29-5FF5-69BCB226A775}"/>
                </a:ext>
              </a:extLst>
            </p:cNvPr>
            <p:cNvSpPr/>
            <p:nvPr/>
          </p:nvSpPr>
          <p:spPr>
            <a:xfrm>
              <a:off x="2384755" y="5996940"/>
              <a:ext cx="236220" cy="518161"/>
            </a:xfrm>
            <a:custGeom>
              <a:avLst/>
              <a:gdLst/>
              <a:ahLst/>
              <a:cxnLst/>
              <a:rect l="0" t="0" r="0" b="0"/>
              <a:pathLst>
                <a:path w="236220" h="518161">
                  <a:moveTo>
                    <a:pt x="0" y="118111"/>
                  </a:moveTo>
                  <a:lnTo>
                    <a:pt x="118110" y="0"/>
                  </a:lnTo>
                  <a:lnTo>
                    <a:pt x="236220" y="118111"/>
                  </a:lnTo>
                  <a:lnTo>
                    <a:pt x="177165" y="118111"/>
                  </a:lnTo>
                  <a:lnTo>
                    <a:pt x="177165" y="518161"/>
                  </a:lnTo>
                  <a:lnTo>
                    <a:pt x="59055" y="518161"/>
                  </a:lnTo>
                  <a:lnTo>
                    <a:pt x="59055" y="118111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9" name="Shape 111">
              <a:extLst>
                <a:ext uri="{FF2B5EF4-FFF2-40B4-BE49-F238E27FC236}">
                  <a16:creationId xmlns:a16="http://schemas.microsoft.com/office/drawing/2014/main" id="{05DD8C6F-0255-DCF6-CEE3-20FE0A6820B7}"/>
                </a:ext>
              </a:extLst>
            </p:cNvPr>
            <p:cNvSpPr/>
            <p:nvPr/>
          </p:nvSpPr>
          <p:spPr>
            <a:xfrm>
              <a:off x="3704920" y="6008370"/>
              <a:ext cx="247650" cy="485775"/>
            </a:xfrm>
            <a:custGeom>
              <a:avLst/>
              <a:gdLst/>
              <a:ahLst/>
              <a:cxnLst/>
              <a:rect l="0" t="0" r="0" b="0"/>
              <a:pathLst>
                <a:path w="247650" h="485775">
                  <a:moveTo>
                    <a:pt x="0" y="123825"/>
                  </a:moveTo>
                  <a:lnTo>
                    <a:pt x="123825" y="0"/>
                  </a:lnTo>
                  <a:lnTo>
                    <a:pt x="247650" y="123825"/>
                  </a:lnTo>
                  <a:lnTo>
                    <a:pt x="185674" y="123825"/>
                  </a:lnTo>
                  <a:lnTo>
                    <a:pt x="185674" y="485775"/>
                  </a:lnTo>
                  <a:lnTo>
                    <a:pt x="61849" y="485775"/>
                  </a:lnTo>
                  <a:lnTo>
                    <a:pt x="61849" y="123825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90" name="Shape 113">
              <a:extLst>
                <a:ext uri="{FF2B5EF4-FFF2-40B4-BE49-F238E27FC236}">
                  <a16:creationId xmlns:a16="http://schemas.microsoft.com/office/drawing/2014/main" id="{C6D67D81-C0FC-9681-A026-9BBB7B1C1E8D}"/>
                </a:ext>
              </a:extLst>
            </p:cNvPr>
            <p:cNvSpPr/>
            <p:nvPr/>
          </p:nvSpPr>
          <p:spPr>
            <a:xfrm>
              <a:off x="6455105" y="4808220"/>
              <a:ext cx="152400" cy="295275"/>
            </a:xfrm>
            <a:custGeom>
              <a:avLst/>
              <a:gdLst/>
              <a:ahLst/>
              <a:cxnLst/>
              <a:rect l="0" t="0" r="0" b="0"/>
              <a:pathLst>
                <a:path w="152400" h="295275">
                  <a:moveTo>
                    <a:pt x="0" y="73787"/>
                  </a:moveTo>
                  <a:lnTo>
                    <a:pt x="76200" y="73787"/>
                  </a:lnTo>
                  <a:lnTo>
                    <a:pt x="76200" y="0"/>
                  </a:lnTo>
                  <a:lnTo>
                    <a:pt x="152400" y="147574"/>
                  </a:lnTo>
                  <a:lnTo>
                    <a:pt x="76200" y="295275"/>
                  </a:lnTo>
                  <a:lnTo>
                    <a:pt x="76200" y="221488"/>
                  </a:lnTo>
                  <a:lnTo>
                    <a:pt x="0" y="221488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9498420-187D-172B-FD99-9BE8F18A31F3}"/>
              </a:ext>
            </a:extLst>
          </p:cNvPr>
          <p:cNvGrpSpPr/>
          <p:nvPr/>
        </p:nvGrpSpPr>
        <p:grpSpPr>
          <a:xfrm>
            <a:off x="6036733" y="1037282"/>
            <a:ext cx="5740399" cy="4813185"/>
            <a:chOff x="0" y="0"/>
            <a:chExt cx="7086600" cy="5989320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019D48A-526C-C564-4B56-A6ECCC674B42}"/>
                </a:ext>
              </a:extLst>
            </p:cNvPr>
            <p:cNvSpPr/>
            <p:nvPr/>
          </p:nvSpPr>
          <p:spPr>
            <a:xfrm>
              <a:off x="724205" y="152399"/>
              <a:ext cx="250933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1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 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D6CAFA4-C42C-DC87-A264-D934CA4B63E7}"/>
                </a:ext>
              </a:extLst>
            </p:cNvPr>
            <p:cNvSpPr/>
            <p:nvPr/>
          </p:nvSpPr>
          <p:spPr>
            <a:xfrm>
              <a:off x="913181" y="152399"/>
              <a:ext cx="78239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1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 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9DBA99A-8814-6F5C-3FE1-3EA336007606}"/>
                </a:ext>
              </a:extLst>
            </p:cNvPr>
            <p:cNvSpPr/>
            <p:nvPr/>
          </p:nvSpPr>
          <p:spPr>
            <a:xfrm>
              <a:off x="971093" y="152399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5" name="Shape 10">
              <a:extLst>
                <a:ext uri="{FF2B5EF4-FFF2-40B4-BE49-F238E27FC236}">
                  <a16:creationId xmlns:a16="http://schemas.microsoft.com/office/drawing/2014/main" id="{75B4E491-64D3-A4A4-8611-4D469787DE53}"/>
                </a:ext>
              </a:extLst>
            </p:cNvPr>
            <p:cNvSpPr/>
            <p:nvPr/>
          </p:nvSpPr>
          <p:spPr>
            <a:xfrm>
              <a:off x="2375535" y="1082039"/>
              <a:ext cx="1821180" cy="4907281"/>
            </a:xfrm>
            <a:custGeom>
              <a:avLst/>
              <a:gdLst/>
              <a:ahLst/>
              <a:cxnLst/>
              <a:rect l="0" t="0" r="0" b="0"/>
              <a:pathLst>
                <a:path w="1821180" h="4907281">
                  <a:moveTo>
                    <a:pt x="0" y="4907281"/>
                  </a:moveTo>
                  <a:lnTo>
                    <a:pt x="1821180" y="4907281"/>
                  </a:lnTo>
                  <a:lnTo>
                    <a:pt x="182118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4383F5B-0BFB-807D-EED4-D3D25C6C357B}"/>
                </a:ext>
              </a:extLst>
            </p:cNvPr>
            <p:cNvSpPr/>
            <p:nvPr/>
          </p:nvSpPr>
          <p:spPr>
            <a:xfrm>
              <a:off x="2736215" y="3187700"/>
              <a:ext cx="1463821" cy="2745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Arduino UNO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D9A996D-8E02-5D13-1CB6-A3F68AD141C3}"/>
                </a:ext>
              </a:extLst>
            </p:cNvPr>
            <p:cNvSpPr/>
            <p:nvPr/>
          </p:nvSpPr>
          <p:spPr>
            <a:xfrm>
              <a:off x="3838321" y="3187700"/>
              <a:ext cx="60925" cy="2745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777CA8F-C9D3-230A-E155-ECB17C8B96D8}"/>
                </a:ext>
              </a:extLst>
            </p:cNvPr>
            <p:cNvSpPr/>
            <p:nvPr/>
          </p:nvSpPr>
          <p:spPr>
            <a:xfrm>
              <a:off x="2457537" y="3548540"/>
              <a:ext cx="1906709" cy="18851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Micro controller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4371067-7787-77BE-9254-E385650F40BF}"/>
                </a:ext>
              </a:extLst>
            </p:cNvPr>
            <p:cNvSpPr/>
            <p:nvPr/>
          </p:nvSpPr>
          <p:spPr>
            <a:xfrm>
              <a:off x="3952621" y="3577844"/>
              <a:ext cx="60925" cy="2745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6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0" name="Shape 16">
              <a:extLst>
                <a:ext uri="{FF2B5EF4-FFF2-40B4-BE49-F238E27FC236}">
                  <a16:creationId xmlns:a16="http://schemas.microsoft.com/office/drawing/2014/main" id="{2B16E56F-B24F-4DF9-5355-552FD8217834}"/>
                </a:ext>
              </a:extLst>
            </p:cNvPr>
            <p:cNvSpPr/>
            <p:nvPr/>
          </p:nvSpPr>
          <p:spPr>
            <a:xfrm>
              <a:off x="405765" y="4520565"/>
              <a:ext cx="1516380" cy="464820"/>
            </a:xfrm>
            <a:custGeom>
              <a:avLst/>
              <a:gdLst/>
              <a:ahLst/>
              <a:cxnLst/>
              <a:rect l="0" t="0" r="0" b="0"/>
              <a:pathLst>
                <a:path w="1516380" h="464820">
                  <a:moveTo>
                    <a:pt x="0" y="464820"/>
                  </a:moveTo>
                  <a:lnTo>
                    <a:pt x="1516380" y="464820"/>
                  </a:lnTo>
                  <a:lnTo>
                    <a:pt x="151638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3A1BEA7-7EEF-B429-CC21-5E3C05DA904A}"/>
                </a:ext>
              </a:extLst>
            </p:cNvPr>
            <p:cNvSpPr/>
            <p:nvPr/>
          </p:nvSpPr>
          <p:spPr>
            <a:xfrm>
              <a:off x="987857" y="4612640"/>
              <a:ext cx="469556" cy="24155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4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solar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25469A1-7FF3-2E1B-52DA-D999F7055761}"/>
                </a:ext>
              </a:extLst>
            </p:cNvPr>
            <p:cNvSpPr/>
            <p:nvPr/>
          </p:nvSpPr>
          <p:spPr>
            <a:xfrm>
              <a:off x="1339850" y="4612640"/>
              <a:ext cx="53596" cy="24155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4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3" name="Shape 19">
              <a:extLst>
                <a:ext uri="{FF2B5EF4-FFF2-40B4-BE49-F238E27FC236}">
                  <a16:creationId xmlns:a16="http://schemas.microsoft.com/office/drawing/2014/main" id="{5C92E862-5049-6462-937C-AA912CC57507}"/>
                </a:ext>
              </a:extLst>
            </p:cNvPr>
            <p:cNvSpPr/>
            <p:nvPr/>
          </p:nvSpPr>
          <p:spPr>
            <a:xfrm>
              <a:off x="1922145" y="4686300"/>
              <a:ext cx="434340" cy="220980"/>
            </a:xfrm>
            <a:custGeom>
              <a:avLst/>
              <a:gdLst/>
              <a:ahLst/>
              <a:cxnLst/>
              <a:rect l="0" t="0" r="0" b="0"/>
              <a:pathLst>
                <a:path w="434340" h="220980">
                  <a:moveTo>
                    <a:pt x="323850" y="0"/>
                  </a:moveTo>
                  <a:lnTo>
                    <a:pt x="434340" y="110490"/>
                  </a:lnTo>
                  <a:lnTo>
                    <a:pt x="323850" y="220980"/>
                  </a:lnTo>
                  <a:lnTo>
                    <a:pt x="323850" y="165735"/>
                  </a:lnTo>
                  <a:lnTo>
                    <a:pt x="0" y="165735"/>
                  </a:lnTo>
                  <a:lnTo>
                    <a:pt x="0" y="55245"/>
                  </a:lnTo>
                  <a:lnTo>
                    <a:pt x="323850" y="55245"/>
                  </a:lnTo>
                  <a:lnTo>
                    <a:pt x="32385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4" name="Shape 20">
              <a:extLst>
                <a:ext uri="{FF2B5EF4-FFF2-40B4-BE49-F238E27FC236}">
                  <a16:creationId xmlns:a16="http://schemas.microsoft.com/office/drawing/2014/main" id="{8C5C0073-4295-A936-B9B5-CE78E39142D9}"/>
                </a:ext>
              </a:extLst>
            </p:cNvPr>
            <p:cNvSpPr/>
            <p:nvPr/>
          </p:nvSpPr>
          <p:spPr>
            <a:xfrm>
              <a:off x="1922145" y="4686300"/>
              <a:ext cx="434340" cy="220980"/>
            </a:xfrm>
            <a:custGeom>
              <a:avLst/>
              <a:gdLst/>
              <a:ahLst/>
              <a:cxnLst/>
              <a:rect l="0" t="0" r="0" b="0"/>
              <a:pathLst>
                <a:path w="434340" h="220980">
                  <a:moveTo>
                    <a:pt x="0" y="55245"/>
                  </a:moveTo>
                  <a:lnTo>
                    <a:pt x="323850" y="55245"/>
                  </a:lnTo>
                  <a:lnTo>
                    <a:pt x="323850" y="0"/>
                  </a:lnTo>
                  <a:lnTo>
                    <a:pt x="434340" y="110490"/>
                  </a:lnTo>
                  <a:lnTo>
                    <a:pt x="323850" y="220980"/>
                  </a:lnTo>
                  <a:lnTo>
                    <a:pt x="323850" y="165735"/>
                  </a:lnTo>
                  <a:lnTo>
                    <a:pt x="0" y="165735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5" name="Shape 22">
              <a:extLst>
                <a:ext uri="{FF2B5EF4-FFF2-40B4-BE49-F238E27FC236}">
                  <a16:creationId xmlns:a16="http://schemas.microsoft.com/office/drawing/2014/main" id="{08908D73-3BEB-2549-3D54-0504387E9ED9}"/>
                </a:ext>
              </a:extLst>
            </p:cNvPr>
            <p:cNvSpPr/>
            <p:nvPr/>
          </p:nvSpPr>
          <p:spPr>
            <a:xfrm>
              <a:off x="4912360" y="0"/>
              <a:ext cx="1524000" cy="518160"/>
            </a:xfrm>
            <a:custGeom>
              <a:avLst/>
              <a:gdLst/>
              <a:ahLst/>
              <a:cxnLst/>
              <a:rect l="0" t="0" r="0" b="0"/>
              <a:pathLst>
                <a:path w="1524000" h="518160">
                  <a:moveTo>
                    <a:pt x="0" y="518160"/>
                  </a:moveTo>
                  <a:lnTo>
                    <a:pt x="1524000" y="518160"/>
                  </a:lnTo>
                  <a:lnTo>
                    <a:pt x="15240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236E7A1-B319-41C4-1369-0400F5290243}"/>
                </a:ext>
              </a:extLst>
            </p:cNvPr>
            <p:cNvSpPr/>
            <p:nvPr/>
          </p:nvSpPr>
          <p:spPr>
            <a:xfrm>
              <a:off x="5222113" y="82296"/>
              <a:ext cx="1253042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Reachargeable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29BFEC4-FF2D-E4DD-DC0B-8AA231FF25A5}"/>
                </a:ext>
              </a:extLst>
            </p:cNvPr>
            <p:cNvSpPr/>
            <p:nvPr/>
          </p:nvSpPr>
          <p:spPr>
            <a:xfrm>
              <a:off x="5454142" y="298958"/>
              <a:ext cx="592063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battery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51A284-5A4A-AA61-3068-40A8EC009B99}"/>
                </a:ext>
              </a:extLst>
            </p:cNvPr>
            <p:cNvSpPr/>
            <p:nvPr/>
          </p:nvSpPr>
          <p:spPr>
            <a:xfrm>
              <a:off x="5899150" y="298958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9" name="Shape 27">
              <a:extLst>
                <a:ext uri="{FF2B5EF4-FFF2-40B4-BE49-F238E27FC236}">
                  <a16:creationId xmlns:a16="http://schemas.microsoft.com/office/drawing/2014/main" id="{9E647472-2BF1-6EB8-7C07-4640A89FE682}"/>
                </a:ext>
              </a:extLst>
            </p:cNvPr>
            <p:cNvSpPr/>
            <p:nvPr/>
          </p:nvSpPr>
          <p:spPr>
            <a:xfrm>
              <a:off x="3302905" y="121920"/>
              <a:ext cx="953444" cy="561975"/>
            </a:xfrm>
            <a:custGeom>
              <a:avLst/>
              <a:gdLst/>
              <a:ahLst/>
              <a:cxnLst/>
              <a:rect l="0" t="0" r="0" b="0"/>
              <a:pathLst>
                <a:path w="1021080" h="561975">
                  <a:moveTo>
                    <a:pt x="0" y="561975"/>
                  </a:moveTo>
                  <a:lnTo>
                    <a:pt x="1021080" y="561975"/>
                  </a:lnTo>
                  <a:lnTo>
                    <a:pt x="102108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FD28FE5-B0C4-13D3-A8BE-663592460E5A}"/>
                </a:ext>
              </a:extLst>
            </p:cNvPr>
            <p:cNvSpPr/>
            <p:nvPr/>
          </p:nvSpPr>
          <p:spPr>
            <a:xfrm>
              <a:off x="3670275" y="204470"/>
              <a:ext cx="69178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voltage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287C27D-605A-241D-AFFF-84FC5275DB2A}"/>
                </a:ext>
              </a:extLst>
            </p:cNvPr>
            <p:cNvSpPr/>
            <p:nvPr/>
          </p:nvSpPr>
          <p:spPr>
            <a:xfrm>
              <a:off x="3361055" y="204470"/>
              <a:ext cx="412073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7805 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A5CC33B-FB4E-1EE5-5F64-6F471D46AAD9}"/>
                </a:ext>
              </a:extLst>
            </p:cNvPr>
            <p:cNvSpPr/>
            <p:nvPr/>
          </p:nvSpPr>
          <p:spPr>
            <a:xfrm>
              <a:off x="3473831" y="420877"/>
              <a:ext cx="757055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regulator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826A68D-91AA-B899-31FB-F8C6654C0E55}"/>
                </a:ext>
              </a:extLst>
            </p:cNvPr>
            <p:cNvSpPr/>
            <p:nvPr/>
          </p:nvSpPr>
          <p:spPr>
            <a:xfrm>
              <a:off x="4042537" y="420877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4" name="Shape 32">
              <a:extLst>
                <a:ext uri="{FF2B5EF4-FFF2-40B4-BE49-F238E27FC236}">
                  <a16:creationId xmlns:a16="http://schemas.microsoft.com/office/drawing/2014/main" id="{3B1195FC-FBD2-F23F-0392-8275C1BA28E9}"/>
                </a:ext>
              </a:extLst>
            </p:cNvPr>
            <p:cNvSpPr/>
            <p:nvPr/>
          </p:nvSpPr>
          <p:spPr>
            <a:xfrm>
              <a:off x="4547235" y="3817619"/>
              <a:ext cx="754380" cy="552450"/>
            </a:xfrm>
            <a:custGeom>
              <a:avLst/>
              <a:gdLst/>
              <a:ahLst/>
              <a:cxnLst/>
              <a:rect l="0" t="0" r="0" b="0"/>
              <a:pathLst>
                <a:path w="754380" h="552450">
                  <a:moveTo>
                    <a:pt x="0" y="552450"/>
                  </a:moveTo>
                  <a:lnTo>
                    <a:pt x="754380" y="552450"/>
                  </a:lnTo>
                  <a:lnTo>
                    <a:pt x="75438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41723DD-1FB3-9BA4-6B7E-2734CD8CF748}"/>
                </a:ext>
              </a:extLst>
            </p:cNvPr>
            <p:cNvSpPr/>
            <p:nvPr/>
          </p:nvSpPr>
          <p:spPr>
            <a:xfrm>
              <a:off x="4821301" y="3900550"/>
              <a:ext cx="323294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Lcd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3125031-1D26-B233-98DF-767527A7D066}"/>
                </a:ext>
              </a:extLst>
            </p:cNvPr>
            <p:cNvSpPr/>
            <p:nvPr/>
          </p:nvSpPr>
          <p:spPr>
            <a:xfrm>
              <a:off x="4743577" y="4116959"/>
              <a:ext cx="485650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driver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831F729-B40F-277D-60AA-2E80FB884A4C}"/>
                </a:ext>
              </a:extLst>
            </p:cNvPr>
            <p:cNvSpPr/>
            <p:nvPr/>
          </p:nvSpPr>
          <p:spPr>
            <a:xfrm>
              <a:off x="5107813" y="4116959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8" name="Shape 37">
              <a:extLst>
                <a:ext uri="{FF2B5EF4-FFF2-40B4-BE49-F238E27FC236}">
                  <a16:creationId xmlns:a16="http://schemas.microsoft.com/office/drawing/2014/main" id="{D9FBF4C8-C2B7-1798-B2BC-DCC34C63B61F}"/>
                </a:ext>
              </a:extLst>
            </p:cNvPr>
            <p:cNvSpPr/>
            <p:nvPr/>
          </p:nvSpPr>
          <p:spPr>
            <a:xfrm>
              <a:off x="5543550" y="3819524"/>
              <a:ext cx="1055780" cy="548640"/>
            </a:xfrm>
            <a:custGeom>
              <a:avLst/>
              <a:gdLst/>
              <a:ahLst/>
              <a:cxnLst/>
              <a:rect l="0" t="0" r="0" b="0"/>
              <a:pathLst>
                <a:path w="952500" h="548640">
                  <a:moveTo>
                    <a:pt x="0" y="548640"/>
                  </a:moveTo>
                  <a:lnTo>
                    <a:pt x="952500" y="548640"/>
                  </a:lnTo>
                  <a:lnTo>
                    <a:pt x="9525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873D561-F29B-35DF-E808-FDF8487FB718}"/>
                </a:ext>
              </a:extLst>
            </p:cNvPr>
            <p:cNvSpPr/>
            <p:nvPr/>
          </p:nvSpPr>
          <p:spPr>
            <a:xfrm>
              <a:off x="5685790" y="3966082"/>
              <a:ext cx="895696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Lcd display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E6A8EC3-6721-3ED9-E031-D5F31157CCA4}"/>
                </a:ext>
              </a:extLst>
            </p:cNvPr>
            <p:cNvSpPr/>
            <p:nvPr/>
          </p:nvSpPr>
          <p:spPr>
            <a:xfrm>
              <a:off x="6357874" y="3966082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21" name="Shape 40">
              <a:extLst>
                <a:ext uri="{FF2B5EF4-FFF2-40B4-BE49-F238E27FC236}">
                  <a16:creationId xmlns:a16="http://schemas.microsoft.com/office/drawing/2014/main" id="{512546D1-FA11-D161-9ED3-2BE9708FEF68}"/>
                </a:ext>
              </a:extLst>
            </p:cNvPr>
            <p:cNvSpPr/>
            <p:nvPr/>
          </p:nvSpPr>
          <p:spPr>
            <a:xfrm>
              <a:off x="4251960" y="140970"/>
              <a:ext cx="662940" cy="217170"/>
            </a:xfrm>
            <a:custGeom>
              <a:avLst/>
              <a:gdLst/>
              <a:ahLst/>
              <a:cxnLst/>
              <a:rect l="0" t="0" r="0" b="0"/>
              <a:pathLst>
                <a:path w="662940" h="217170">
                  <a:moveTo>
                    <a:pt x="108585" y="0"/>
                  </a:moveTo>
                  <a:lnTo>
                    <a:pt x="108585" y="54228"/>
                  </a:lnTo>
                  <a:lnTo>
                    <a:pt x="662940" y="54228"/>
                  </a:lnTo>
                  <a:lnTo>
                    <a:pt x="662940" y="162940"/>
                  </a:lnTo>
                  <a:lnTo>
                    <a:pt x="108585" y="162940"/>
                  </a:lnTo>
                  <a:lnTo>
                    <a:pt x="108585" y="217170"/>
                  </a:lnTo>
                  <a:lnTo>
                    <a:pt x="0" y="108585"/>
                  </a:lnTo>
                  <a:lnTo>
                    <a:pt x="10858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2" name="Shape 41">
              <a:extLst>
                <a:ext uri="{FF2B5EF4-FFF2-40B4-BE49-F238E27FC236}">
                  <a16:creationId xmlns:a16="http://schemas.microsoft.com/office/drawing/2014/main" id="{EB520E75-8FE4-40EE-02D6-D5DBF23FBF4B}"/>
                </a:ext>
              </a:extLst>
            </p:cNvPr>
            <p:cNvSpPr/>
            <p:nvPr/>
          </p:nvSpPr>
          <p:spPr>
            <a:xfrm>
              <a:off x="4251960" y="140970"/>
              <a:ext cx="662940" cy="217170"/>
            </a:xfrm>
            <a:custGeom>
              <a:avLst/>
              <a:gdLst/>
              <a:ahLst/>
              <a:cxnLst/>
              <a:rect l="0" t="0" r="0" b="0"/>
              <a:pathLst>
                <a:path w="662940" h="217170">
                  <a:moveTo>
                    <a:pt x="0" y="108585"/>
                  </a:moveTo>
                  <a:lnTo>
                    <a:pt x="108585" y="0"/>
                  </a:lnTo>
                  <a:lnTo>
                    <a:pt x="108585" y="54228"/>
                  </a:lnTo>
                  <a:lnTo>
                    <a:pt x="662940" y="54228"/>
                  </a:lnTo>
                  <a:lnTo>
                    <a:pt x="662940" y="162940"/>
                  </a:lnTo>
                  <a:lnTo>
                    <a:pt x="108585" y="162940"/>
                  </a:lnTo>
                  <a:lnTo>
                    <a:pt x="108585" y="21717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3" name="Shape 42">
              <a:extLst>
                <a:ext uri="{FF2B5EF4-FFF2-40B4-BE49-F238E27FC236}">
                  <a16:creationId xmlns:a16="http://schemas.microsoft.com/office/drawing/2014/main" id="{38E508A4-F00D-E8C7-A3AB-3F507723EA2F}"/>
                </a:ext>
              </a:extLst>
            </p:cNvPr>
            <p:cNvSpPr/>
            <p:nvPr/>
          </p:nvSpPr>
          <p:spPr>
            <a:xfrm>
              <a:off x="4189095" y="4044315"/>
              <a:ext cx="358140" cy="198120"/>
            </a:xfrm>
            <a:custGeom>
              <a:avLst/>
              <a:gdLst/>
              <a:ahLst/>
              <a:cxnLst/>
              <a:rect l="0" t="0" r="0" b="0"/>
              <a:pathLst>
                <a:path w="358140" h="198120">
                  <a:moveTo>
                    <a:pt x="259080" y="0"/>
                  </a:moveTo>
                  <a:lnTo>
                    <a:pt x="358140" y="99060"/>
                  </a:lnTo>
                  <a:lnTo>
                    <a:pt x="259080" y="198120"/>
                  </a:lnTo>
                  <a:lnTo>
                    <a:pt x="259080" y="148590"/>
                  </a:lnTo>
                  <a:lnTo>
                    <a:pt x="0" y="148590"/>
                  </a:lnTo>
                  <a:lnTo>
                    <a:pt x="0" y="49530"/>
                  </a:lnTo>
                  <a:lnTo>
                    <a:pt x="259080" y="49530"/>
                  </a:lnTo>
                  <a:lnTo>
                    <a:pt x="25908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4" name="Shape 43">
              <a:extLst>
                <a:ext uri="{FF2B5EF4-FFF2-40B4-BE49-F238E27FC236}">
                  <a16:creationId xmlns:a16="http://schemas.microsoft.com/office/drawing/2014/main" id="{8572BE16-DB04-0949-07AC-65071F6B8843}"/>
                </a:ext>
              </a:extLst>
            </p:cNvPr>
            <p:cNvSpPr/>
            <p:nvPr/>
          </p:nvSpPr>
          <p:spPr>
            <a:xfrm>
              <a:off x="4189095" y="4044315"/>
              <a:ext cx="358140" cy="198120"/>
            </a:xfrm>
            <a:custGeom>
              <a:avLst/>
              <a:gdLst/>
              <a:ahLst/>
              <a:cxnLst/>
              <a:rect l="0" t="0" r="0" b="0"/>
              <a:pathLst>
                <a:path w="358140" h="198120">
                  <a:moveTo>
                    <a:pt x="0" y="49530"/>
                  </a:moveTo>
                  <a:lnTo>
                    <a:pt x="259080" y="49530"/>
                  </a:lnTo>
                  <a:lnTo>
                    <a:pt x="259080" y="0"/>
                  </a:lnTo>
                  <a:lnTo>
                    <a:pt x="358140" y="99060"/>
                  </a:lnTo>
                  <a:lnTo>
                    <a:pt x="259080" y="198120"/>
                  </a:lnTo>
                  <a:lnTo>
                    <a:pt x="259080" y="148590"/>
                  </a:lnTo>
                  <a:lnTo>
                    <a:pt x="0" y="14859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5" name="Shape 44">
              <a:extLst>
                <a:ext uri="{FF2B5EF4-FFF2-40B4-BE49-F238E27FC236}">
                  <a16:creationId xmlns:a16="http://schemas.microsoft.com/office/drawing/2014/main" id="{B09AD916-6FCB-0D99-F5E1-565F6710E930}"/>
                </a:ext>
              </a:extLst>
            </p:cNvPr>
            <p:cNvSpPr/>
            <p:nvPr/>
          </p:nvSpPr>
          <p:spPr>
            <a:xfrm>
              <a:off x="5259705" y="4046219"/>
              <a:ext cx="285750" cy="161925"/>
            </a:xfrm>
            <a:custGeom>
              <a:avLst/>
              <a:gdLst/>
              <a:ahLst/>
              <a:cxnLst/>
              <a:rect l="0" t="0" r="0" b="0"/>
              <a:pathLst>
                <a:path w="285750" h="161925">
                  <a:moveTo>
                    <a:pt x="204724" y="0"/>
                  </a:moveTo>
                  <a:lnTo>
                    <a:pt x="285750" y="80899"/>
                  </a:lnTo>
                  <a:lnTo>
                    <a:pt x="204724" y="161925"/>
                  </a:lnTo>
                  <a:lnTo>
                    <a:pt x="204724" y="121412"/>
                  </a:lnTo>
                  <a:lnTo>
                    <a:pt x="0" y="121412"/>
                  </a:lnTo>
                  <a:lnTo>
                    <a:pt x="0" y="40513"/>
                  </a:lnTo>
                  <a:lnTo>
                    <a:pt x="204724" y="40513"/>
                  </a:lnTo>
                  <a:lnTo>
                    <a:pt x="20472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6" name="Shape 45">
              <a:extLst>
                <a:ext uri="{FF2B5EF4-FFF2-40B4-BE49-F238E27FC236}">
                  <a16:creationId xmlns:a16="http://schemas.microsoft.com/office/drawing/2014/main" id="{1F4DB9D4-B3AC-0D74-3827-01037E210BC3}"/>
                </a:ext>
              </a:extLst>
            </p:cNvPr>
            <p:cNvSpPr/>
            <p:nvPr/>
          </p:nvSpPr>
          <p:spPr>
            <a:xfrm>
              <a:off x="5259705" y="4046219"/>
              <a:ext cx="285750" cy="161925"/>
            </a:xfrm>
            <a:custGeom>
              <a:avLst/>
              <a:gdLst/>
              <a:ahLst/>
              <a:cxnLst/>
              <a:rect l="0" t="0" r="0" b="0"/>
              <a:pathLst>
                <a:path w="285750" h="161925">
                  <a:moveTo>
                    <a:pt x="0" y="40513"/>
                  </a:moveTo>
                  <a:lnTo>
                    <a:pt x="204724" y="40513"/>
                  </a:lnTo>
                  <a:lnTo>
                    <a:pt x="204724" y="0"/>
                  </a:lnTo>
                  <a:lnTo>
                    <a:pt x="285750" y="80899"/>
                  </a:lnTo>
                  <a:lnTo>
                    <a:pt x="204724" y="161925"/>
                  </a:lnTo>
                  <a:lnTo>
                    <a:pt x="204724" y="121412"/>
                  </a:lnTo>
                  <a:lnTo>
                    <a:pt x="0" y="121412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7" name="Shape 47">
              <a:extLst>
                <a:ext uri="{FF2B5EF4-FFF2-40B4-BE49-F238E27FC236}">
                  <a16:creationId xmlns:a16="http://schemas.microsoft.com/office/drawing/2014/main" id="{78D5EA6A-2C77-8402-204E-F1982B0925DC}"/>
                </a:ext>
              </a:extLst>
            </p:cNvPr>
            <p:cNvSpPr/>
            <p:nvPr/>
          </p:nvSpPr>
          <p:spPr>
            <a:xfrm>
              <a:off x="4476750" y="2198370"/>
              <a:ext cx="1285875" cy="638175"/>
            </a:xfrm>
            <a:custGeom>
              <a:avLst/>
              <a:gdLst/>
              <a:ahLst/>
              <a:cxnLst/>
              <a:rect l="0" t="0" r="0" b="0"/>
              <a:pathLst>
                <a:path w="1285875" h="638175">
                  <a:moveTo>
                    <a:pt x="0" y="638175"/>
                  </a:moveTo>
                  <a:lnTo>
                    <a:pt x="1285875" y="638175"/>
                  </a:lnTo>
                  <a:lnTo>
                    <a:pt x="1285875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06E102A-59DF-91E0-101E-553688622A49}"/>
                </a:ext>
              </a:extLst>
            </p:cNvPr>
            <p:cNvSpPr/>
            <p:nvPr/>
          </p:nvSpPr>
          <p:spPr>
            <a:xfrm>
              <a:off x="4678045" y="2281682"/>
              <a:ext cx="1220814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Apr33a3 voice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54AC1D1-FDC1-23A0-93FF-C37C4FF8B8D8}"/>
                </a:ext>
              </a:extLst>
            </p:cNvPr>
            <p:cNvSpPr/>
            <p:nvPr/>
          </p:nvSpPr>
          <p:spPr>
            <a:xfrm>
              <a:off x="4883785" y="2498471"/>
              <a:ext cx="629359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module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895A267-0409-E5EE-D097-55A12E6D0603}"/>
                </a:ext>
              </a:extLst>
            </p:cNvPr>
            <p:cNvSpPr/>
            <p:nvPr/>
          </p:nvSpPr>
          <p:spPr>
            <a:xfrm>
              <a:off x="5356225" y="2498471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1" name="Shape 52">
              <a:extLst>
                <a:ext uri="{FF2B5EF4-FFF2-40B4-BE49-F238E27FC236}">
                  <a16:creationId xmlns:a16="http://schemas.microsoft.com/office/drawing/2014/main" id="{294974B6-6BDF-31F2-AE28-F29C1717E96A}"/>
                </a:ext>
              </a:extLst>
            </p:cNvPr>
            <p:cNvSpPr/>
            <p:nvPr/>
          </p:nvSpPr>
          <p:spPr>
            <a:xfrm>
              <a:off x="5895975" y="2207895"/>
              <a:ext cx="1190625" cy="600075"/>
            </a:xfrm>
            <a:custGeom>
              <a:avLst/>
              <a:gdLst/>
              <a:ahLst/>
              <a:cxnLst/>
              <a:rect l="0" t="0" r="0" b="0"/>
              <a:pathLst>
                <a:path w="1190625" h="600075">
                  <a:moveTo>
                    <a:pt x="0" y="600075"/>
                  </a:moveTo>
                  <a:lnTo>
                    <a:pt x="1190625" y="600075"/>
                  </a:lnTo>
                  <a:lnTo>
                    <a:pt x="1190625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C63DABEE-F3D9-3E89-F690-B34A9D797D2B}"/>
                </a:ext>
              </a:extLst>
            </p:cNvPr>
            <p:cNvSpPr/>
            <p:nvPr/>
          </p:nvSpPr>
          <p:spPr>
            <a:xfrm>
              <a:off x="6251194" y="2380742"/>
              <a:ext cx="641520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speaker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6C26CE6-BCA3-ACC2-5276-701F61E259FB}"/>
                </a:ext>
              </a:extLst>
            </p:cNvPr>
            <p:cNvSpPr/>
            <p:nvPr/>
          </p:nvSpPr>
          <p:spPr>
            <a:xfrm>
              <a:off x="6732778" y="2380742"/>
              <a:ext cx="45808" cy="20645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4" name="Shape 55">
              <a:extLst>
                <a:ext uri="{FF2B5EF4-FFF2-40B4-BE49-F238E27FC236}">
                  <a16:creationId xmlns:a16="http://schemas.microsoft.com/office/drawing/2014/main" id="{2787907E-4E62-C05D-E29E-C1412F1D386B}"/>
                </a:ext>
              </a:extLst>
            </p:cNvPr>
            <p:cNvSpPr/>
            <p:nvPr/>
          </p:nvSpPr>
          <p:spPr>
            <a:xfrm>
              <a:off x="4192905" y="2446020"/>
              <a:ext cx="285750" cy="180975"/>
            </a:xfrm>
            <a:custGeom>
              <a:avLst/>
              <a:gdLst/>
              <a:ahLst/>
              <a:cxnLst/>
              <a:rect l="0" t="0" r="0" b="0"/>
              <a:pathLst>
                <a:path w="285750" h="180975">
                  <a:moveTo>
                    <a:pt x="195199" y="0"/>
                  </a:moveTo>
                  <a:lnTo>
                    <a:pt x="285750" y="90424"/>
                  </a:lnTo>
                  <a:lnTo>
                    <a:pt x="195199" y="180975"/>
                  </a:lnTo>
                  <a:lnTo>
                    <a:pt x="195199" y="135763"/>
                  </a:lnTo>
                  <a:lnTo>
                    <a:pt x="0" y="135763"/>
                  </a:lnTo>
                  <a:lnTo>
                    <a:pt x="0" y="45212"/>
                  </a:lnTo>
                  <a:lnTo>
                    <a:pt x="195199" y="45212"/>
                  </a:lnTo>
                  <a:lnTo>
                    <a:pt x="195199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5" name="Shape 56">
              <a:extLst>
                <a:ext uri="{FF2B5EF4-FFF2-40B4-BE49-F238E27FC236}">
                  <a16:creationId xmlns:a16="http://schemas.microsoft.com/office/drawing/2014/main" id="{EC31AA58-7E76-52A9-9765-B7DDDE3ACA33}"/>
                </a:ext>
              </a:extLst>
            </p:cNvPr>
            <p:cNvSpPr/>
            <p:nvPr/>
          </p:nvSpPr>
          <p:spPr>
            <a:xfrm>
              <a:off x="4192905" y="2446020"/>
              <a:ext cx="285750" cy="180975"/>
            </a:xfrm>
            <a:custGeom>
              <a:avLst/>
              <a:gdLst/>
              <a:ahLst/>
              <a:cxnLst/>
              <a:rect l="0" t="0" r="0" b="0"/>
              <a:pathLst>
                <a:path w="285750" h="180975">
                  <a:moveTo>
                    <a:pt x="0" y="45212"/>
                  </a:moveTo>
                  <a:lnTo>
                    <a:pt x="195199" y="45212"/>
                  </a:lnTo>
                  <a:lnTo>
                    <a:pt x="195199" y="0"/>
                  </a:lnTo>
                  <a:lnTo>
                    <a:pt x="285750" y="90424"/>
                  </a:lnTo>
                  <a:lnTo>
                    <a:pt x="195199" y="180975"/>
                  </a:lnTo>
                  <a:lnTo>
                    <a:pt x="195199" y="135763"/>
                  </a:lnTo>
                  <a:lnTo>
                    <a:pt x="0" y="135763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6" name="Shape 57">
              <a:extLst>
                <a:ext uri="{FF2B5EF4-FFF2-40B4-BE49-F238E27FC236}">
                  <a16:creationId xmlns:a16="http://schemas.microsoft.com/office/drawing/2014/main" id="{C7D67588-2DCB-F072-5727-92E8258AA702}"/>
                </a:ext>
              </a:extLst>
            </p:cNvPr>
            <p:cNvSpPr/>
            <p:nvPr/>
          </p:nvSpPr>
          <p:spPr>
            <a:xfrm>
              <a:off x="5734050" y="2435860"/>
              <a:ext cx="200025" cy="257175"/>
            </a:xfrm>
            <a:custGeom>
              <a:avLst/>
              <a:gdLst/>
              <a:ahLst/>
              <a:cxnLst/>
              <a:rect l="0" t="0" r="0" b="0"/>
              <a:pathLst>
                <a:path w="200025" h="257175">
                  <a:moveTo>
                    <a:pt x="99949" y="0"/>
                  </a:moveTo>
                  <a:lnTo>
                    <a:pt x="200025" y="128524"/>
                  </a:lnTo>
                  <a:lnTo>
                    <a:pt x="99949" y="257175"/>
                  </a:lnTo>
                  <a:lnTo>
                    <a:pt x="99949" y="192912"/>
                  </a:lnTo>
                  <a:lnTo>
                    <a:pt x="0" y="192912"/>
                  </a:lnTo>
                  <a:lnTo>
                    <a:pt x="0" y="64262"/>
                  </a:lnTo>
                  <a:lnTo>
                    <a:pt x="99949" y="64262"/>
                  </a:lnTo>
                  <a:lnTo>
                    <a:pt x="99949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7" name="Shape 58">
              <a:extLst>
                <a:ext uri="{FF2B5EF4-FFF2-40B4-BE49-F238E27FC236}">
                  <a16:creationId xmlns:a16="http://schemas.microsoft.com/office/drawing/2014/main" id="{D6199F99-3706-84DD-8B36-BF999816F303}"/>
                </a:ext>
              </a:extLst>
            </p:cNvPr>
            <p:cNvSpPr/>
            <p:nvPr/>
          </p:nvSpPr>
          <p:spPr>
            <a:xfrm>
              <a:off x="5734050" y="2435860"/>
              <a:ext cx="200025" cy="257175"/>
            </a:xfrm>
            <a:custGeom>
              <a:avLst/>
              <a:gdLst/>
              <a:ahLst/>
              <a:cxnLst/>
              <a:rect l="0" t="0" r="0" b="0"/>
              <a:pathLst>
                <a:path w="200025" h="257175">
                  <a:moveTo>
                    <a:pt x="0" y="64262"/>
                  </a:moveTo>
                  <a:lnTo>
                    <a:pt x="99949" y="64262"/>
                  </a:lnTo>
                  <a:lnTo>
                    <a:pt x="99949" y="0"/>
                  </a:lnTo>
                  <a:lnTo>
                    <a:pt x="200025" y="128524"/>
                  </a:lnTo>
                  <a:lnTo>
                    <a:pt x="99949" y="257175"/>
                  </a:lnTo>
                  <a:lnTo>
                    <a:pt x="99949" y="192912"/>
                  </a:lnTo>
                  <a:lnTo>
                    <a:pt x="0" y="192912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8" name="Shape 59">
              <a:extLst>
                <a:ext uri="{FF2B5EF4-FFF2-40B4-BE49-F238E27FC236}">
                  <a16:creationId xmlns:a16="http://schemas.microsoft.com/office/drawing/2014/main" id="{8FE1E053-3E9B-2A7E-E074-B5427E7A55F0}"/>
                </a:ext>
              </a:extLst>
            </p:cNvPr>
            <p:cNvSpPr/>
            <p:nvPr/>
          </p:nvSpPr>
          <p:spPr>
            <a:xfrm>
              <a:off x="0" y="4655820"/>
              <a:ext cx="457200" cy="219075"/>
            </a:xfrm>
            <a:custGeom>
              <a:avLst/>
              <a:gdLst/>
              <a:ahLst/>
              <a:cxnLst/>
              <a:rect l="0" t="0" r="0" b="0"/>
              <a:pathLst>
                <a:path w="457200" h="219075">
                  <a:moveTo>
                    <a:pt x="347663" y="0"/>
                  </a:moveTo>
                  <a:lnTo>
                    <a:pt x="457200" y="109474"/>
                  </a:lnTo>
                  <a:lnTo>
                    <a:pt x="347663" y="219075"/>
                  </a:lnTo>
                  <a:lnTo>
                    <a:pt x="347663" y="164338"/>
                  </a:lnTo>
                  <a:lnTo>
                    <a:pt x="0" y="164338"/>
                  </a:lnTo>
                  <a:lnTo>
                    <a:pt x="0" y="54737"/>
                  </a:lnTo>
                  <a:lnTo>
                    <a:pt x="347663" y="54737"/>
                  </a:lnTo>
                  <a:lnTo>
                    <a:pt x="347663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9" name="Shape 60">
              <a:extLst>
                <a:ext uri="{FF2B5EF4-FFF2-40B4-BE49-F238E27FC236}">
                  <a16:creationId xmlns:a16="http://schemas.microsoft.com/office/drawing/2014/main" id="{2E2541DA-631C-D2E3-17BE-EA1FC73AA684}"/>
                </a:ext>
              </a:extLst>
            </p:cNvPr>
            <p:cNvSpPr/>
            <p:nvPr/>
          </p:nvSpPr>
          <p:spPr>
            <a:xfrm>
              <a:off x="0" y="4655820"/>
              <a:ext cx="457200" cy="219075"/>
            </a:xfrm>
            <a:custGeom>
              <a:avLst/>
              <a:gdLst/>
              <a:ahLst/>
              <a:cxnLst/>
              <a:rect l="0" t="0" r="0" b="0"/>
              <a:pathLst>
                <a:path w="457200" h="219075">
                  <a:moveTo>
                    <a:pt x="0" y="54737"/>
                  </a:moveTo>
                  <a:lnTo>
                    <a:pt x="347663" y="54737"/>
                  </a:lnTo>
                  <a:lnTo>
                    <a:pt x="347663" y="0"/>
                  </a:lnTo>
                  <a:lnTo>
                    <a:pt x="457200" y="109474"/>
                  </a:lnTo>
                  <a:lnTo>
                    <a:pt x="347663" y="219075"/>
                  </a:lnTo>
                  <a:lnTo>
                    <a:pt x="347663" y="164338"/>
                  </a:lnTo>
                  <a:lnTo>
                    <a:pt x="0" y="164338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40" name="Shape 61">
              <a:extLst>
                <a:ext uri="{FF2B5EF4-FFF2-40B4-BE49-F238E27FC236}">
                  <a16:creationId xmlns:a16="http://schemas.microsoft.com/office/drawing/2014/main" id="{CD3F3FDA-8B2C-F641-503A-FCFC8A09662F}"/>
                </a:ext>
              </a:extLst>
            </p:cNvPr>
            <p:cNvSpPr/>
            <p:nvPr/>
          </p:nvSpPr>
          <p:spPr>
            <a:xfrm>
              <a:off x="3648075" y="693420"/>
              <a:ext cx="285750" cy="419100"/>
            </a:xfrm>
            <a:custGeom>
              <a:avLst/>
              <a:gdLst/>
              <a:ahLst/>
              <a:cxnLst/>
              <a:rect l="0" t="0" r="0" b="0"/>
              <a:pathLst>
                <a:path w="285750" h="419100">
                  <a:moveTo>
                    <a:pt x="71501" y="0"/>
                  </a:moveTo>
                  <a:lnTo>
                    <a:pt x="214376" y="0"/>
                  </a:lnTo>
                  <a:lnTo>
                    <a:pt x="214376" y="276225"/>
                  </a:lnTo>
                  <a:lnTo>
                    <a:pt x="285750" y="276225"/>
                  </a:lnTo>
                  <a:lnTo>
                    <a:pt x="142875" y="419100"/>
                  </a:lnTo>
                  <a:lnTo>
                    <a:pt x="0" y="276225"/>
                  </a:lnTo>
                  <a:lnTo>
                    <a:pt x="71501" y="276225"/>
                  </a:lnTo>
                  <a:lnTo>
                    <a:pt x="71501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41" name="Shape 62">
              <a:extLst>
                <a:ext uri="{FF2B5EF4-FFF2-40B4-BE49-F238E27FC236}">
                  <a16:creationId xmlns:a16="http://schemas.microsoft.com/office/drawing/2014/main" id="{8D740A6F-1225-9741-B53D-29EDDBC3048B}"/>
                </a:ext>
              </a:extLst>
            </p:cNvPr>
            <p:cNvSpPr/>
            <p:nvPr/>
          </p:nvSpPr>
          <p:spPr>
            <a:xfrm>
              <a:off x="3648075" y="693420"/>
              <a:ext cx="285750" cy="419100"/>
            </a:xfrm>
            <a:custGeom>
              <a:avLst/>
              <a:gdLst/>
              <a:ahLst/>
              <a:cxnLst/>
              <a:rect l="0" t="0" r="0" b="0"/>
              <a:pathLst>
                <a:path w="285750" h="419100">
                  <a:moveTo>
                    <a:pt x="0" y="276225"/>
                  </a:moveTo>
                  <a:lnTo>
                    <a:pt x="71501" y="276225"/>
                  </a:lnTo>
                  <a:lnTo>
                    <a:pt x="71501" y="0"/>
                  </a:lnTo>
                  <a:lnTo>
                    <a:pt x="214376" y="0"/>
                  </a:lnTo>
                  <a:lnTo>
                    <a:pt x="214376" y="276225"/>
                  </a:lnTo>
                  <a:lnTo>
                    <a:pt x="285750" y="276225"/>
                  </a:lnTo>
                  <a:lnTo>
                    <a:pt x="142875" y="419100"/>
                  </a:lnTo>
                  <a:close/>
                </a:path>
              </a:pathLst>
            </a:custGeom>
            <a:ln w="1270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BAF43C1A-1358-96C7-CFC7-D53AE49B851D}"/>
              </a:ext>
            </a:extLst>
          </p:cNvPr>
          <p:cNvSpPr txBox="1"/>
          <p:nvPr/>
        </p:nvSpPr>
        <p:spPr>
          <a:xfrm>
            <a:off x="7408332" y="6155266"/>
            <a:ext cx="31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BLOCK DIAGRAM AT RECEIVER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7B484D0-CBC7-9220-8A8A-6B21CC5DBABF}"/>
              </a:ext>
            </a:extLst>
          </p:cNvPr>
          <p:cNvSpPr txBox="1"/>
          <p:nvPr/>
        </p:nvSpPr>
        <p:spPr>
          <a:xfrm>
            <a:off x="846667" y="6155266"/>
            <a:ext cx="4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BLOCK DIAGRAM AT TRANSMITTER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CA01473-57D0-7EE0-3955-39048DA72BC6}"/>
              </a:ext>
            </a:extLst>
          </p:cNvPr>
          <p:cNvCxnSpPr>
            <a:cxnSpLocks/>
          </p:cNvCxnSpPr>
          <p:nvPr/>
        </p:nvCxnSpPr>
        <p:spPr>
          <a:xfrm>
            <a:off x="5952067" y="1037282"/>
            <a:ext cx="0" cy="56598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22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3EAFCA-2542-7518-885F-06AF1005E69A}"/>
              </a:ext>
            </a:extLst>
          </p:cNvPr>
          <p:cNvSpPr txBox="1"/>
          <p:nvPr/>
        </p:nvSpPr>
        <p:spPr>
          <a:xfrm>
            <a:off x="99472" y="306311"/>
            <a:ext cx="5359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 new roman"/>
              </a:rPr>
              <a:t>SCHEMATIC DIAGRAM</a:t>
            </a:r>
            <a:endParaRPr lang="en-US" sz="3200" b="1" dirty="0"/>
          </a:p>
        </p:txBody>
      </p: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AC6BB8FC-81B6-3816-EF6D-7CB594A2E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74" y="4123267"/>
            <a:ext cx="5220851" cy="2472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688009-98EA-8A3C-9998-B57773D4E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74" y="1549401"/>
            <a:ext cx="5220852" cy="18795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CBB1D8-A273-A67C-0291-E80ABD627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975" y="5293807"/>
            <a:ext cx="2902855" cy="136921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EFC55B-8B22-4D61-498F-B87F7AC49628}"/>
              </a:ext>
            </a:extLst>
          </p:cNvPr>
          <p:cNvSpPr txBox="1">
            <a:spLocks/>
          </p:cNvSpPr>
          <p:nvPr/>
        </p:nvSpPr>
        <p:spPr>
          <a:xfrm>
            <a:off x="5622304" y="306311"/>
            <a:ext cx="5984296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 new roman"/>
              </a:rPr>
              <a:t>RESULTS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186CA8-DCE9-E7AE-76AD-35F28C6F3E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800" y="5293807"/>
            <a:ext cx="2969444" cy="15014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F745CA-C5FD-31B6-5CF0-83E17FBF2346}"/>
              </a:ext>
            </a:extLst>
          </p:cNvPr>
          <p:cNvSpPr txBox="1"/>
          <p:nvPr/>
        </p:nvSpPr>
        <p:spPr>
          <a:xfrm>
            <a:off x="5801597" y="1081150"/>
            <a:ext cx="2037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 </a:t>
            </a:r>
            <a:r>
              <a:rPr lang="en-IN" sz="2400" dirty="0">
                <a:latin typeface="+mj-lt"/>
              </a:rPr>
              <a:t>TRANSMITTER</a:t>
            </a:r>
            <a:r>
              <a:rPr lang="en-IN" sz="2400" b="1" dirty="0">
                <a:latin typeface="+mj-lt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AD2B55-9488-C888-E275-C6C3D4C9223C}"/>
              </a:ext>
            </a:extLst>
          </p:cNvPr>
          <p:cNvSpPr txBox="1"/>
          <p:nvPr/>
        </p:nvSpPr>
        <p:spPr>
          <a:xfrm>
            <a:off x="9145509" y="1038816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+mj-lt"/>
              </a:rPr>
              <a:t>RECEIVER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C6569E-9AA5-215E-3CE3-7EABBB24A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18" y="1549401"/>
            <a:ext cx="2902856" cy="36281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E7A0A0-8FDD-37C7-EB96-C062492D2C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42" y="1549401"/>
            <a:ext cx="2902855" cy="3628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40D86F-81B1-52E3-5125-842BE10FB8F1}"/>
              </a:ext>
            </a:extLst>
          </p:cNvPr>
          <p:cNvCxnSpPr/>
          <p:nvPr/>
        </p:nvCxnSpPr>
        <p:spPr>
          <a:xfrm>
            <a:off x="5793568" y="306311"/>
            <a:ext cx="0" cy="6392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A053134-23B3-8BAB-3D30-A3ABB1C4B8A5}"/>
              </a:ext>
            </a:extLst>
          </p:cNvPr>
          <p:cNvSpPr txBox="1"/>
          <p:nvPr/>
        </p:nvSpPr>
        <p:spPr>
          <a:xfrm>
            <a:off x="315109" y="1087736"/>
            <a:ext cx="5000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 </a:t>
            </a:r>
            <a:r>
              <a:rPr lang="en-IN" sz="2400" dirty="0">
                <a:latin typeface="+mj-lt"/>
              </a:rPr>
              <a:t>TRANSMITTER</a:t>
            </a:r>
            <a:r>
              <a:rPr lang="en-IN" sz="2400" b="1" dirty="0">
                <a:latin typeface="+mj-lt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C4DC56-18A4-1DF0-6E6B-03C6F94A61E8}"/>
              </a:ext>
            </a:extLst>
          </p:cNvPr>
          <p:cNvSpPr txBox="1"/>
          <p:nvPr/>
        </p:nvSpPr>
        <p:spPr>
          <a:xfrm>
            <a:off x="384774" y="3545250"/>
            <a:ext cx="4931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+mj-lt"/>
              </a:rPr>
              <a:t>RECEIVER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8D9817-E7BA-A3E9-9AE7-204D19214809}"/>
              </a:ext>
            </a:extLst>
          </p:cNvPr>
          <p:cNvSpPr txBox="1"/>
          <p:nvPr/>
        </p:nvSpPr>
        <p:spPr>
          <a:xfrm>
            <a:off x="2247439" y="1121919"/>
            <a:ext cx="162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そうしんき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883932-5C3E-A1F8-A0E6-B7CA8BCE7B82}"/>
              </a:ext>
            </a:extLst>
          </p:cNvPr>
          <p:cNvSpPr txBox="1"/>
          <p:nvPr/>
        </p:nvSpPr>
        <p:spPr>
          <a:xfrm>
            <a:off x="1583267" y="3637583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じゅしんき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13C91A-0215-C79C-7460-05B8ED10A911}"/>
              </a:ext>
            </a:extLst>
          </p:cNvPr>
          <p:cNvSpPr txBox="1"/>
          <p:nvPr/>
        </p:nvSpPr>
        <p:spPr>
          <a:xfrm>
            <a:off x="10335297" y="1081150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じゅしんき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E55F4-897B-7894-A99B-AB8B92947DDC}"/>
              </a:ext>
            </a:extLst>
          </p:cNvPr>
          <p:cNvSpPr txBox="1"/>
          <p:nvPr/>
        </p:nvSpPr>
        <p:spPr>
          <a:xfrm>
            <a:off x="7653115" y="1130610"/>
            <a:ext cx="162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そうしんき</a:t>
            </a:r>
            <a:r>
              <a:rPr lang="en-US" altLang="ja-JP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68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5CDD-9C93-E2EB-F01E-C7CBE6AE5185}"/>
              </a:ext>
            </a:extLst>
          </p:cNvPr>
          <p:cNvSpPr txBox="1">
            <a:spLocks/>
          </p:cNvSpPr>
          <p:nvPr/>
        </p:nvSpPr>
        <p:spPr>
          <a:xfrm>
            <a:off x="265643" y="654049"/>
            <a:ext cx="11540066" cy="93610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 new roman"/>
              </a:rPr>
              <a:t>CONCLUSION AND FUTURE SCOPE</a:t>
            </a:r>
            <a:endParaRPr lang="en-IN" sz="4000" b="1" dirty="0">
              <a:latin typeface="Times 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0231B-25CB-4768-E7AC-6A0FC8DE6619}"/>
              </a:ext>
            </a:extLst>
          </p:cNvPr>
          <p:cNvSpPr txBox="1">
            <a:spLocks/>
          </p:cNvSpPr>
          <p:nvPr/>
        </p:nvSpPr>
        <p:spPr>
          <a:xfrm>
            <a:off x="812799" y="1140615"/>
            <a:ext cx="10261600" cy="57173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1800" dirty="0">
                <a:latin typeface="Times  new roman"/>
              </a:rPr>
              <a:t>LIFI technology allows vehicles to communicate using light, providing fast, secure, and interference-free data transfer.</a:t>
            </a:r>
          </a:p>
          <a:p>
            <a:r>
              <a:rPr lang="en-US" sz="1800" dirty="0">
                <a:latin typeface="Times  new roman"/>
              </a:rPr>
              <a:t>It improves road safety by enabling real-time alerts and reducing accidents.</a:t>
            </a:r>
          </a:p>
          <a:p>
            <a:r>
              <a:rPr lang="en-US" sz="1800" dirty="0">
                <a:latin typeface="Times  new roman"/>
              </a:rPr>
              <a:t>Unlike RF or WIFI, LIFI reduces network congestion and offers better security.</a:t>
            </a:r>
          </a:p>
          <a:p>
            <a:r>
              <a:rPr lang="en-US" sz="1800" dirty="0">
                <a:latin typeface="Times  new roman"/>
              </a:rPr>
              <a:t>Challenges include dependence on light and weather conditions like fog or sunlight.</a:t>
            </a:r>
          </a:p>
          <a:p>
            <a:pPr marL="0" indent="0">
              <a:buNone/>
            </a:pPr>
            <a:endParaRPr lang="en-US" sz="1800" b="1" dirty="0">
              <a:latin typeface="Times  new roman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/>
            <a:r>
              <a:rPr lang="en-US" sz="1800" dirty="0">
                <a:latin typeface="Times  new roman"/>
              </a:rPr>
              <a:t>Integration with 5G &amp; AI can make LIFI based communication faster and smarter.</a:t>
            </a:r>
          </a:p>
          <a:p>
            <a:pPr algn="just"/>
            <a:r>
              <a:rPr lang="en-US" sz="1800" dirty="0">
                <a:latin typeface="Times  new roman"/>
              </a:rPr>
              <a:t>Hybrid systems combining LIFI with RF can ensure continuous connectivity.</a:t>
            </a:r>
          </a:p>
          <a:p>
            <a:pPr algn="just"/>
            <a:r>
              <a:rPr lang="en-US" sz="1800" dirty="0">
                <a:latin typeface="Times  new roman"/>
              </a:rPr>
              <a:t>LIFI has great potential to improve future transportation, making roads safer and smarter.</a:t>
            </a:r>
          </a:p>
          <a:p>
            <a:pPr marL="0" indent="0" algn="just">
              <a:buNone/>
            </a:pPr>
            <a:endParaRPr lang="en-US" sz="1800" dirty="0">
              <a:latin typeface="Times  new roman"/>
            </a:endParaRPr>
          </a:p>
          <a:p>
            <a:pPr marL="0" indent="0" algn="just">
              <a:buNone/>
            </a:pPr>
            <a:endParaRPr lang="en-US" sz="1800" dirty="0">
              <a:latin typeface="Times  new roman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u="sng" dirty="0">
              <a:latin typeface="Times 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819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FFD12E8-E657-A60E-DE2B-89ADD6177D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29821-7427-C2FC-D79B-3E5E08A4F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998" y="148166"/>
            <a:ext cx="3293534" cy="6561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76C7D6-096D-D04C-870D-B2C538318F14}"/>
              </a:ext>
            </a:extLst>
          </p:cNvPr>
          <p:cNvSpPr txBox="1"/>
          <p:nvPr/>
        </p:nvSpPr>
        <p:spPr>
          <a:xfrm>
            <a:off x="474134" y="3027402"/>
            <a:ext cx="9829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6600" b="1" dirty="0">
                <a:latin typeface="FZShuTi" panose="02010601030101010101" pitchFamily="2" charset="-122"/>
                <a:ea typeface="FZShuTi" panose="02010601030101010101" pitchFamily="2" charset="-122"/>
              </a:rPr>
              <a:t>ありがとうございます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30916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490</Words>
  <Application>Microsoft Office PowerPoint</Application>
  <PresentationFormat>Widescreen</PresentationFormat>
  <Paragraphs>136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FZShuTi</vt:lpstr>
      <vt:lpstr>Microsoft YaHei UI Light</vt:lpstr>
      <vt:lpstr>Arial</vt:lpstr>
      <vt:lpstr>Calibri</vt:lpstr>
      <vt:lpstr>Calibri Light</vt:lpstr>
      <vt:lpstr>Times  new roman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munnam bhavya</dc:creator>
  <cp:lastModifiedBy>munnam bhavya</cp:lastModifiedBy>
  <cp:revision>5</cp:revision>
  <dcterms:created xsi:type="dcterms:W3CDTF">2026-03-01T08:22:16Z</dcterms:created>
  <dcterms:modified xsi:type="dcterms:W3CDTF">2026-03-11T15:21:13Z</dcterms:modified>
</cp:coreProperties>
</file>