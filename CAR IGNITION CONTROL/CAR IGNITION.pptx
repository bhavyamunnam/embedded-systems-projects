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58" r:id="rId4"/>
    <p:sldId id="260" r:id="rId5"/>
    <p:sldId id="262" r:id="rId6"/>
    <p:sldId id="266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CF623-9088-498F-BFCC-A94E0A557C68}" v="1" dt="2026-03-10T16:02:04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nam bhavya" userId="89817c2804f01956" providerId="LiveId" clId="{673CACA1-769E-43ED-A8F8-FA56F8482530}"/>
    <pc:docChg chg="addSld modSld">
      <pc:chgData name="munnam bhavya" userId="89817c2804f01956" providerId="LiveId" clId="{673CACA1-769E-43ED-A8F8-FA56F8482530}" dt="2026-03-10T16:02:04.960" v="1"/>
      <pc:docMkLst>
        <pc:docMk/>
      </pc:docMkLst>
      <pc:sldChg chg="addSp modSp new">
        <pc:chgData name="munnam bhavya" userId="89817c2804f01956" providerId="LiveId" clId="{673CACA1-769E-43ED-A8F8-FA56F8482530}" dt="2026-03-10T16:02:04.960" v="1"/>
        <pc:sldMkLst>
          <pc:docMk/>
          <pc:sldMk cId="554782671" sldId="266"/>
        </pc:sldMkLst>
        <pc:spChg chg="add mod">
          <ac:chgData name="munnam bhavya" userId="89817c2804f01956" providerId="LiveId" clId="{673CACA1-769E-43ED-A8F8-FA56F8482530}" dt="2026-03-10T16:02:04.960" v="1"/>
          <ac:spMkLst>
            <pc:docMk/>
            <pc:sldMk cId="554782671" sldId="266"/>
            <ac:spMk id="2" creationId="{FDB3C0C5-320D-2C14-662D-67024A827820}"/>
          </ac:spMkLst>
        </pc:spChg>
        <pc:picChg chg="add mod">
          <ac:chgData name="munnam bhavya" userId="89817c2804f01956" providerId="LiveId" clId="{673CACA1-769E-43ED-A8F8-FA56F8482530}" dt="2026-03-10T16:02:04.960" v="1"/>
          <ac:picMkLst>
            <pc:docMk/>
            <pc:sldMk cId="554782671" sldId="266"/>
            <ac:picMk id="3" creationId="{3057CC84-538C-3032-1ECE-2AB06EEF7F94}"/>
          </ac:picMkLst>
        </pc:picChg>
        <pc:picChg chg="add mod">
          <ac:chgData name="munnam bhavya" userId="89817c2804f01956" providerId="LiveId" clId="{673CACA1-769E-43ED-A8F8-FA56F8482530}" dt="2026-03-10T16:02:04.960" v="1"/>
          <ac:picMkLst>
            <pc:docMk/>
            <pc:sldMk cId="554782671" sldId="266"/>
            <ac:picMk id="4" creationId="{3BCA631B-9D39-41A3-8B83-5307C032FBA2}"/>
          </ac:picMkLst>
        </pc:picChg>
        <pc:picChg chg="add mod">
          <ac:chgData name="munnam bhavya" userId="89817c2804f01956" providerId="LiveId" clId="{673CACA1-769E-43ED-A8F8-FA56F8482530}" dt="2026-03-10T16:02:04.960" v="1"/>
          <ac:picMkLst>
            <pc:docMk/>
            <pc:sldMk cId="554782671" sldId="266"/>
            <ac:picMk id="5" creationId="{476C2AA4-1181-70EA-EA8F-5846AF52CF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DE9A-665D-A1A7-2EAC-2DCE94C32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83CF7-8270-933A-9BD2-756FC8DA2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1EAE-DB75-1C7D-2FEA-9F10AD80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66BD4-F556-0452-B63B-7282B02E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F42C0-8DEE-5F7B-74D3-C10BB7FD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1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FE51-C6FF-1E4D-120A-AEEA25E6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ABF17-86D5-7C9E-BD2B-18F4931E6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F6F2-BCB3-80A2-229B-F614549A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129ED-7862-68E9-556F-55F9DFD1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C8C0-169D-8886-AE17-9440DD05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0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0DDA-3D09-6014-4ED4-0DF7E752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D407F-5298-F333-431C-3B046E87E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42121-F497-DE83-8A88-FE796D5C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BD6F-34C8-2448-58D9-CB2242EC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7A9F2-0707-639D-215D-B482604D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9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9AE-CDB6-77D1-C9FA-216BC74A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D7C01-49CE-C30B-0106-7B13BCA78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75E3D-6001-8664-32DA-7010CB973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073BC-812E-54EE-4C81-71589AA6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ABF9C-001E-8F26-6C2D-A21EF157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13DB5-67C2-5570-2099-39C2020A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DFEE-E530-314A-7D46-6E7C3A557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76C5D-B18A-1A31-EF1C-3B8C899D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86978-6535-CC25-717C-F83461788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956EC-8887-FB64-F90F-7820460B6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BB83C-B063-4803-88AF-D0B2E6B9F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4B683-599E-BD0A-CEFC-F0E2B8E9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6A210-CCA8-80CB-2360-FC1406E8B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3EEC1-B65D-B5CF-ED12-7E8C80F4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9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868A-E82A-43FE-79FC-5FA0FDF6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D27B0-9FC6-A4C5-5F62-74B4E25E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C2A0C-E458-6FD8-DB00-F11A3B22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CC639-4C07-D2A1-7F9C-741534C3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DAAE6-37C0-FEF8-3B8F-5832161B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FA1BD-9EBA-1D7F-D4DB-A90E5F86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7728F-DA50-8845-40B6-890DAD58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8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75EE-8004-BF1D-CA63-5352C4B3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0A9B0-5951-5722-92DA-8C7F6452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8D0CB-8E2A-0932-ABC2-EBE03D780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7BB5A-973E-5CBC-7DD1-E8387812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BF02D-9D89-2253-322B-0641B4DF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E5C85-9AFB-EEA2-E1A5-9BE1152C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D483-14E4-1E3E-786A-7E8764CCB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92C41-718E-42BA-FAE4-5165269E0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6CA77-5B9B-4E45-80BE-663190A86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459C8-C6E4-81E3-992B-5587E3A5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B97C6-EC4F-CA4F-C1DB-FF7FE857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7F151-BACF-56E1-1A50-BE4ECF16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ABD1-3090-88BC-1A74-3D2C2B02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26D89-1E5F-8177-8216-1466EE0C9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5977A-BE60-8034-90AA-C11F7372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1F675-BC8A-19D8-3D4C-73026187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6713A-28D5-B154-2646-27FD6EA4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90586-6789-B638-00D7-B3B505867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B3ACB-BEEF-4BF1-FFD3-69A7FB087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BD7B0-B920-2A19-6402-047968EB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29A17-B665-3F5D-A64B-FE31FBF7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FC165-68BE-D63B-4C2E-5C59610D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2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28124-1A55-0A9C-88F9-796AF959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C86BC-302A-E385-5528-A46FCB51F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B28A3-0A2B-8AF0-15B8-DC2C04214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DC1A-94F8-4CBC-9E5C-DB46000E8DA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8CF57-38A2-C37C-F725-6CAB03E06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0CB58-F695-AB2D-0459-9987A2909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82A55-DA96-4003-9D91-044947531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7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unnam-bhavya-72451a300/" TargetMode="External"/><Relationship Id="rId2" Type="http://schemas.openxmlformats.org/officeDocument/2006/relationships/hyperlink" Target="https://github.com/BhavyaMunna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3733C-9C3D-0B08-13B5-067F61665495}"/>
              </a:ext>
            </a:extLst>
          </p:cNvPr>
          <p:cNvSpPr txBox="1"/>
          <p:nvPr/>
        </p:nvSpPr>
        <p:spPr>
          <a:xfrm>
            <a:off x="381001" y="325735"/>
            <a:ext cx="114130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IGNITION CONTROL WITH FINGERPRINT AND RFID USING RASPBERRY PI PICO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90EEF-391A-3EE1-2FF2-66964DB6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18" y="5368271"/>
            <a:ext cx="1829806" cy="1117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6CDB63-5F7D-59C8-D925-9F8C2ED4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31" y="3674147"/>
            <a:ext cx="2325189" cy="1026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3E8C2-E1CB-86D6-A43A-8CF0B2578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33" y="1975521"/>
            <a:ext cx="1804759" cy="1075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021CB-1782-D832-C777-4E9933190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310" y="2341831"/>
            <a:ext cx="3312954" cy="1355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93949D-2381-CC28-E46B-DFE0905D3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793" y="4023837"/>
            <a:ext cx="1606074" cy="11784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192AD9-ABB2-D4AE-1D12-61B4DC58F18E}"/>
              </a:ext>
            </a:extLst>
          </p:cNvPr>
          <p:cNvSpPr txBox="1"/>
          <p:nvPr/>
        </p:nvSpPr>
        <p:spPr>
          <a:xfrm>
            <a:off x="8885438" y="524221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Presented  by:</a:t>
            </a:r>
            <a:endParaRPr lang="en-US" b="1" dirty="0">
              <a:latin typeface="+mj-lt"/>
              <a:ea typeface="Times New Roman"/>
              <a:cs typeface="Times New Roman"/>
              <a:sym typeface="Times New Roman"/>
            </a:endParaRPr>
          </a:p>
          <a:p>
            <a:r>
              <a:rPr lang="en-US" altLang="ja-JP" dirty="0">
                <a:latin typeface="Times  new roman"/>
                <a:ea typeface="Yu Gothic" panose="020B0400000000000000" pitchFamily="34" charset="-128"/>
              </a:rPr>
              <a:t>Munnam</a:t>
            </a:r>
            <a:r>
              <a:rPr lang="ja-JP" altLang="en-US" dirty="0">
                <a:latin typeface="Times  new roman"/>
                <a:ea typeface="Yu Gothic" panose="020B0400000000000000" pitchFamily="34" charset="-128"/>
              </a:rPr>
              <a:t> </a:t>
            </a:r>
            <a:r>
              <a:rPr lang="en-US" altLang="ja-JP" dirty="0">
                <a:latin typeface="Times  new roman"/>
                <a:ea typeface="Yu Gothic" panose="020B0400000000000000" pitchFamily="34" charset="-128"/>
              </a:rPr>
              <a:t>Bhavya</a:t>
            </a:r>
          </a:p>
          <a:p>
            <a:r>
              <a:rPr lang="en-US" altLang="ja-JP" dirty="0">
                <a:latin typeface="Times  new roman"/>
                <a:ea typeface="Yu Gothic" panose="020B0400000000000000" pitchFamily="34" charset="-128"/>
              </a:rPr>
              <a:t>23P31A04H1</a:t>
            </a:r>
          </a:p>
          <a:p>
            <a:r>
              <a:rPr lang="ja-JP" altLang="en-US" dirty="0"/>
              <a:t>でんしつうしんこうがく</a:t>
            </a:r>
            <a:r>
              <a:rPr lang="en-US" altLang="ja-JP" dirty="0"/>
              <a:t>(ECE)</a:t>
            </a:r>
          </a:p>
          <a:p>
            <a:r>
              <a:rPr lang="ja-JP" altLang="en-US" dirty="0"/>
              <a:t>アディティア大学</a:t>
            </a:r>
            <a:endParaRPr lang="en-US" altLang="ja-JP" dirty="0"/>
          </a:p>
          <a:p>
            <a:endParaRPr lang="en-US" altLang="ja-JP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D249F70-06A3-F05E-2B13-FE013F4042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949" y="1876005"/>
            <a:ext cx="3729136" cy="4703953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D828804-F704-EE57-E962-4B610116056C}"/>
              </a:ext>
            </a:extLst>
          </p:cNvPr>
          <p:cNvCxnSpPr>
            <a:cxnSpLocks/>
          </p:cNvCxnSpPr>
          <p:nvPr/>
        </p:nvCxnSpPr>
        <p:spPr>
          <a:xfrm>
            <a:off x="2202692" y="2769326"/>
            <a:ext cx="24607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4494678-8F6A-5ABD-9EF1-790294845062}"/>
              </a:ext>
            </a:extLst>
          </p:cNvPr>
          <p:cNvCxnSpPr>
            <a:cxnSpLocks/>
          </p:cNvCxnSpPr>
          <p:nvPr/>
        </p:nvCxnSpPr>
        <p:spPr>
          <a:xfrm>
            <a:off x="2442177" y="4349931"/>
            <a:ext cx="22212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685604F-D572-5876-65BA-8D5B0195CF14}"/>
              </a:ext>
            </a:extLst>
          </p:cNvPr>
          <p:cNvCxnSpPr>
            <a:cxnSpLocks/>
          </p:cNvCxnSpPr>
          <p:nvPr/>
        </p:nvCxnSpPr>
        <p:spPr>
          <a:xfrm>
            <a:off x="2442177" y="5651863"/>
            <a:ext cx="22212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2B476DE-0F3E-D679-E4B6-7B87CA7EC103}"/>
              </a:ext>
            </a:extLst>
          </p:cNvPr>
          <p:cNvCxnSpPr>
            <a:cxnSpLocks/>
          </p:cNvCxnSpPr>
          <p:nvPr/>
        </p:nvCxnSpPr>
        <p:spPr>
          <a:xfrm>
            <a:off x="5869577" y="4613085"/>
            <a:ext cx="18636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6FC6F40-4124-98C9-FC62-543544058902}"/>
              </a:ext>
            </a:extLst>
          </p:cNvPr>
          <p:cNvCxnSpPr>
            <a:cxnSpLocks/>
          </p:cNvCxnSpPr>
          <p:nvPr/>
        </p:nvCxnSpPr>
        <p:spPr>
          <a:xfrm>
            <a:off x="5791200" y="3265715"/>
            <a:ext cx="20527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DF1ECDC-C16B-9A6D-CBC5-2667D05CDB12}"/>
              </a:ext>
            </a:extLst>
          </p:cNvPr>
          <p:cNvSpPr txBox="1"/>
          <p:nvPr/>
        </p:nvSpPr>
        <p:spPr>
          <a:xfrm>
            <a:off x="8049382" y="3716928"/>
            <a:ext cx="1199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1800" b="1" dirty="0"/>
              <a:t>Buzzer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DFFA11-87BA-0B0D-B6C3-6FA35229F1CD}"/>
              </a:ext>
            </a:extLst>
          </p:cNvPr>
          <p:cNvSpPr txBox="1"/>
          <p:nvPr/>
        </p:nvSpPr>
        <p:spPr>
          <a:xfrm>
            <a:off x="7926977" y="1777730"/>
            <a:ext cx="222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1800" b="1"/>
              <a:t>LCD Display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B2C96B-7F67-2560-F9A0-D239CB05DB56}"/>
              </a:ext>
            </a:extLst>
          </p:cNvPr>
          <p:cNvSpPr txBox="1"/>
          <p:nvPr/>
        </p:nvSpPr>
        <p:spPr>
          <a:xfrm>
            <a:off x="913798" y="4629313"/>
            <a:ext cx="238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1800" b="1" dirty="0"/>
              <a:t>RFID CARD DETECTION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7ABC112-0E60-F312-3A5C-8E0FD34AA455}"/>
              </a:ext>
            </a:extLst>
          </p:cNvPr>
          <p:cNvSpPr txBox="1"/>
          <p:nvPr/>
        </p:nvSpPr>
        <p:spPr>
          <a:xfrm>
            <a:off x="80555" y="2902714"/>
            <a:ext cx="3141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1800" b="1" dirty="0"/>
              <a:t>Fingerprint Authentication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C1EAEC-2F5C-0CDB-2BD3-E4614685EAA8}"/>
              </a:ext>
            </a:extLst>
          </p:cNvPr>
          <p:cNvSpPr txBox="1"/>
          <p:nvPr/>
        </p:nvSpPr>
        <p:spPr>
          <a:xfrm>
            <a:off x="202960" y="1388456"/>
            <a:ext cx="2662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GB" sz="1800" b="1" dirty="0"/>
              <a:t>Ignition Control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EA5E86-84FE-E7B3-3954-47A503DAA383}"/>
              </a:ext>
            </a:extLst>
          </p:cNvPr>
          <p:cNvSpPr txBox="1"/>
          <p:nvPr/>
        </p:nvSpPr>
        <p:spPr>
          <a:xfrm>
            <a:off x="3796937" y="5900202"/>
            <a:ext cx="3239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cs typeface="Times New Roman" panose="02020603050405020304" pitchFamily="18" charset="0"/>
              </a:rPr>
              <a:t>RASPBERRY PI PICO</a:t>
            </a:r>
            <a:endParaRPr lang="en-IN" sz="1800" b="1" dirty="0"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9EC6AF-82BC-D1FF-3FB5-8CEA00662682}"/>
              </a:ext>
            </a:extLst>
          </p:cNvPr>
          <p:cNvSpPr txBox="1"/>
          <p:nvPr/>
        </p:nvSpPr>
        <p:spPr>
          <a:xfrm>
            <a:off x="243841" y="1760181"/>
            <a:ext cx="3056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イグニッションせいぎょ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85C468-D88A-8177-4045-72E2A4A33E01}"/>
              </a:ext>
            </a:extLst>
          </p:cNvPr>
          <p:cNvSpPr txBox="1"/>
          <p:nvPr/>
        </p:nvSpPr>
        <p:spPr>
          <a:xfrm>
            <a:off x="8158463" y="2026280"/>
            <a:ext cx="3537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エルシーディー ディスプレイ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529B52A-D636-89C8-4CC3-02EF030E7B94}"/>
              </a:ext>
            </a:extLst>
          </p:cNvPr>
          <p:cNvSpPr txBox="1"/>
          <p:nvPr/>
        </p:nvSpPr>
        <p:spPr>
          <a:xfrm>
            <a:off x="243841" y="3180646"/>
            <a:ext cx="7489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しもん にんしょう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FD2E578-1507-AA00-63B6-B61547670350}"/>
              </a:ext>
            </a:extLst>
          </p:cNvPr>
          <p:cNvSpPr txBox="1"/>
          <p:nvPr/>
        </p:nvSpPr>
        <p:spPr>
          <a:xfrm>
            <a:off x="8795657" y="3891755"/>
            <a:ext cx="7489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ブザー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91138A1-0452-3BAA-6379-11C03A850A83}"/>
              </a:ext>
            </a:extLst>
          </p:cNvPr>
          <p:cNvSpPr txBox="1"/>
          <p:nvPr/>
        </p:nvSpPr>
        <p:spPr>
          <a:xfrm>
            <a:off x="52657" y="4860293"/>
            <a:ext cx="2976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アールエフアイディー カード けんしゅつ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3EA1C4-E81B-E407-488C-7FCF3FD61F1B}"/>
              </a:ext>
            </a:extLst>
          </p:cNvPr>
          <p:cNvSpPr txBox="1"/>
          <p:nvPr/>
        </p:nvSpPr>
        <p:spPr>
          <a:xfrm>
            <a:off x="4192573" y="6210626"/>
            <a:ext cx="8142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ラズベリーパイ ピコ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7EBD7-4E8D-2F47-0E5D-B57233F551FF}"/>
              </a:ext>
            </a:extLst>
          </p:cNvPr>
          <p:cNvSpPr txBox="1"/>
          <p:nvPr/>
        </p:nvSpPr>
        <p:spPr>
          <a:xfrm>
            <a:off x="660400" y="1775305"/>
            <a:ext cx="10871200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License and Fingerprint Check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Scans the driver’s license and fingerprint to ensure they match authorized data.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Ignition Control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Starts the car only if both the license and fingerprint are correct.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Theft Alert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Notifies the owner if an unauthorized person tries to start the car.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License Expiry Reminder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ignition if the driver's license has expired.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integrated approach addresses critical vulnerabilities in traditional vehicle security systems, such as key theft or duplication, by introducing multiple layers of authentication.</a:t>
            </a:r>
            <a:endParaRPr lang="en-US" alt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en-GB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B7DBA-60D7-7E01-8E50-7336CB501C57}"/>
              </a:ext>
            </a:extLst>
          </p:cNvPr>
          <p:cNvSpPr txBox="1"/>
          <p:nvPr/>
        </p:nvSpPr>
        <p:spPr>
          <a:xfrm>
            <a:off x="-762001" y="619665"/>
            <a:ext cx="12674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ctr"/>
            <a:r>
              <a:rPr lang="en-US" sz="4800" b="1" dirty="0">
                <a:latin typeface="Times  new roman"/>
                <a:ea typeface="Microsoft Sans Serif" panose="020B0604020202020204" pitchFamily="34" charset="0"/>
                <a:cs typeface="Microsoft Sans Serif" panose="020B0604020202020204" pitchFamily="34" charset="0"/>
              </a:rPr>
              <a:t>OBJECTIVE</a:t>
            </a:r>
            <a:endParaRPr lang="en-IN" sz="4800" b="1" dirty="0">
              <a:latin typeface="Times  new roman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28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382A-6989-6AE0-5F12-05B19C2B7591}"/>
              </a:ext>
            </a:extLst>
          </p:cNvPr>
          <p:cNvSpPr txBox="1">
            <a:spLocks/>
          </p:cNvSpPr>
          <p:nvPr/>
        </p:nvSpPr>
        <p:spPr>
          <a:xfrm>
            <a:off x="1919607" y="548813"/>
            <a:ext cx="7886700" cy="64807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854F-9C85-F67A-3873-160CCB8BEFC8}"/>
              </a:ext>
            </a:extLst>
          </p:cNvPr>
          <p:cNvSpPr txBox="1">
            <a:spLocks/>
          </p:cNvSpPr>
          <p:nvPr/>
        </p:nvSpPr>
        <p:spPr>
          <a:xfrm>
            <a:off x="2152651" y="1052737"/>
            <a:ext cx="7886700" cy="51242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IN" sz="1800"/>
              <a:t>             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IN" sz="1800"/>
          </a:p>
          <a:p>
            <a:pPr marL="0" indent="0">
              <a:buFont typeface="Arial" panose="020B0604020202020204" pitchFamily="34" charset="0"/>
              <a:buNone/>
            </a:pPr>
            <a:endParaRPr lang="en-US" altLang="en-IN" sz="1800"/>
          </a:p>
          <a:p>
            <a:pPr marL="0" indent="0">
              <a:buFont typeface="Arial" panose="020B0604020202020204" pitchFamily="34" charset="0"/>
              <a:buNone/>
            </a:pPr>
            <a:endParaRPr lang="en-US" altLang="en-IN" sz="1800"/>
          </a:p>
          <a:p>
            <a:pPr marL="0" indent="0">
              <a:buFont typeface="Arial" panose="020B0604020202020204" pitchFamily="34" charset="0"/>
              <a:buNone/>
            </a:pPr>
            <a:endParaRPr lang="en-US" altLang="en-IN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IN" sz="1800"/>
              <a:t>                     </a:t>
            </a:r>
            <a:endParaRPr lang="en-US" altLang="en-IN" sz="18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DCCB89-AB7F-AFBF-8F62-8FC584172E4E}"/>
              </a:ext>
            </a:extLst>
          </p:cNvPr>
          <p:cNvSpPr/>
          <p:nvPr/>
        </p:nvSpPr>
        <p:spPr>
          <a:xfrm>
            <a:off x="983615" y="1628775"/>
            <a:ext cx="2743200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RFID Reader (DL Card)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(Driver's License) 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0AC5D9-C285-7675-82CF-B40DC60A7756}"/>
              </a:ext>
            </a:extLst>
          </p:cNvPr>
          <p:cNvSpPr/>
          <p:nvPr/>
        </p:nvSpPr>
        <p:spPr>
          <a:xfrm>
            <a:off x="4295775" y="1626870"/>
            <a:ext cx="2743200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Raspberry </a:t>
            </a:r>
            <a:r>
              <a:rPr lang="en-US" alt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 PICO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(Processing Unit)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(Data Verification)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2A15EC-5FDE-07FC-A01E-FF4DA637D738}"/>
              </a:ext>
            </a:extLst>
          </p:cNvPr>
          <p:cNvSpPr/>
          <p:nvPr/>
        </p:nvSpPr>
        <p:spPr>
          <a:xfrm>
            <a:off x="7752080" y="1626870"/>
            <a:ext cx="2743200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Fingerprint Scanner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(Fingerprint  match)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23C4643B-ACF4-0EEF-0207-6110AA5D7C4A}"/>
              </a:ext>
            </a:extLst>
          </p:cNvPr>
          <p:cNvSpPr/>
          <p:nvPr/>
        </p:nvSpPr>
        <p:spPr>
          <a:xfrm>
            <a:off x="983615" y="3221085"/>
            <a:ext cx="2743200" cy="787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RFID Data Comparison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(Authorized?)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8E4B979D-9490-24B1-3322-5091E567E1A6}"/>
              </a:ext>
            </a:extLst>
          </p:cNvPr>
          <p:cNvSpPr/>
          <p:nvPr/>
        </p:nvSpPr>
        <p:spPr>
          <a:xfrm>
            <a:off x="4295775" y="3221085"/>
            <a:ext cx="2743200" cy="787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Ignition Control  (Ignition/Off) </a:t>
            </a:r>
          </a:p>
        </p:txBody>
      </p: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14A2C8DE-FBF0-7F44-5BA4-A2B23CC72F27}"/>
              </a:ext>
            </a:extLst>
          </p:cNvPr>
          <p:cNvSpPr/>
          <p:nvPr/>
        </p:nvSpPr>
        <p:spPr>
          <a:xfrm>
            <a:off x="7680234" y="3212167"/>
            <a:ext cx="3453319" cy="9581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GSM Module (SMS Alert)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(Unauthorized Access, License Expiry Alert)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C204DF30-8689-C5DA-2515-11CFAD8AC0BB}"/>
              </a:ext>
            </a:extLst>
          </p:cNvPr>
          <p:cNvSpPr/>
          <p:nvPr/>
        </p:nvSpPr>
        <p:spPr>
          <a:xfrm>
            <a:off x="983615" y="4788265"/>
            <a:ext cx="2743200" cy="787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Unauthorized  Access (Alert)</a:t>
            </a:r>
          </a:p>
        </p:txBody>
      </p:sp>
      <p:sp>
        <p:nvSpPr>
          <p:cNvPr id="14" name="Rounded Rectangle 18">
            <a:extLst>
              <a:ext uri="{FF2B5EF4-FFF2-40B4-BE49-F238E27FC236}">
                <a16:creationId xmlns:a16="http://schemas.microsoft.com/office/drawing/2014/main" id="{0EA3F865-0068-4A1D-6323-7F62E92AEE22}"/>
              </a:ext>
            </a:extLst>
          </p:cNvPr>
          <p:cNvSpPr/>
          <p:nvPr/>
        </p:nvSpPr>
        <p:spPr>
          <a:xfrm>
            <a:off x="4224020" y="4797155"/>
            <a:ext cx="2743200" cy="787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Ignition Activated 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(Car Starts) </a:t>
            </a:r>
          </a:p>
        </p:txBody>
      </p:sp>
      <p:sp>
        <p:nvSpPr>
          <p:cNvPr id="15" name="Rounded Rectangle 20">
            <a:extLst>
              <a:ext uri="{FF2B5EF4-FFF2-40B4-BE49-F238E27FC236}">
                <a16:creationId xmlns:a16="http://schemas.microsoft.com/office/drawing/2014/main" id="{D61A85B0-3DB2-4DB8-773F-F231D85BD00E}"/>
              </a:ext>
            </a:extLst>
          </p:cNvPr>
          <p:cNvSpPr/>
          <p:nvPr/>
        </p:nvSpPr>
        <p:spPr>
          <a:xfrm>
            <a:off x="7680325" y="4787630"/>
            <a:ext cx="2743200" cy="787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SMS Notification to</a:t>
            </a:r>
          </a:p>
          <a:p>
            <a:pPr algn="ctr" defTabSz="457200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Vehicle Owner</a:t>
            </a:r>
          </a:p>
        </p:txBody>
      </p:sp>
      <p:sp>
        <p:nvSpPr>
          <p:cNvPr id="16" name="Right Arrow 35">
            <a:extLst>
              <a:ext uri="{FF2B5EF4-FFF2-40B4-BE49-F238E27FC236}">
                <a16:creationId xmlns:a16="http://schemas.microsoft.com/office/drawing/2014/main" id="{00575C59-0285-F1E1-C05F-B0D7F4D313F7}"/>
              </a:ext>
            </a:extLst>
          </p:cNvPr>
          <p:cNvSpPr/>
          <p:nvPr/>
        </p:nvSpPr>
        <p:spPr>
          <a:xfrm>
            <a:off x="3791745" y="2098675"/>
            <a:ext cx="432276" cy="178197"/>
          </a:xfrm>
          <a:prstGeom prst="right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ight Arrow 22">
            <a:extLst>
              <a:ext uri="{FF2B5EF4-FFF2-40B4-BE49-F238E27FC236}">
                <a16:creationId xmlns:a16="http://schemas.microsoft.com/office/drawing/2014/main" id="{AC8D832B-D0DD-2D88-E809-6A9B4C12DD79}"/>
              </a:ext>
            </a:extLst>
          </p:cNvPr>
          <p:cNvSpPr/>
          <p:nvPr/>
        </p:nvSpPr>
        <p:spPr>
          <a:xfrm>
            <a:off x="7104112" y="2060574"/>
            <a:ext cx="576213" cy="216297"/>
          </a:xfrm>
          <a:prstGeom prst="right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Down Arrow 31">
            <a:extLst>
              <a:ext uri="{FF2B5EF4-FFF2-40B4-BE49-F238E27FC236}">
                <a16:creationId xmlns:a16="http://schemas.microsoft.com/office/drawing/2014/main" id="{6E49EEE8-18B9-6753-03C8-A3B574E0532D}"/>
              </a:ext>
            </a:extLst>
          </p:cNvPr>
          <p:cNvSpPr/>
          <p:nvPr/>
        </p:nvSpPr>
        <p:spPr>
          <a:xfrm>
            <a:off x="9120505" y="2637155"/>
            <a:ext cx="215855" cy="471170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Down Arrow 32">
            <a:extLst>
              <a:ext uri="{FF2B5EF4-FFF2-40B4-BE49-F238E27FC236}">
                <a16:creationId xmlns:a16="http://schemas.microsoft.com/office/drawing/2014/main" id="{2110E066-16CB-3104-DD46-12E6A62113BB}"/>
              </a:ext>
            </a:extLst>
          </p:cNvPr>
          <p:cNvSpPr/>
          <p:nvPr/>
        </p:nvSpPr>
        <p:spPr>
          <a:xfrm flipH="1">
            <a:off x="9134474" y="4267200"/>
            <a:ext cx="201885" cy="422910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Down Arrow 34">
            <a:extLst>
              <a:ext uri="{FF2B5EF4-FFF2-40B4-BE49-F238E27FC236}">
                <a16:creationId xmlns:a16="http://schemas.microsoft.com/office/drawing/2014/main" id="{21860A48-44EB-B2EB-B8FE-CFF63A0E42BB}"/>
              </a:ext>
            </a:extLst>
          </p:cNvPr>
          <p:cNvSpPr/>
          <p:nvPr/>
        </p:nvSpPr>
        <p:spPr>
          <a:xfrm>
            <a:off x="5680038" y="4045205"/>
            <a:ext cx="216029" cy="644905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Down Arrow 36">
            <a:extLst>
              <a:ext uri="{FF2B5EF4-FFF2-40B4-BE49-F238E27FC236}">
                <a16:creationId xmlns:a16="http://schemas.microsoft.com/office/drawing/2014/main" id="{73FDC397-5DBC-E593-F2CD-7DBD05FE4DE4}"/>
              </a:ext>
            </a:extLst>
          </p:cNvPr>
          <p:cNvSpPr/>
          <p:nvPr/>
        </p:nvSpPr>
        <p:spPr>
          <a:xfrm>
            <a:off x="5735953" y="2587629"/>
            <a:ext cx="216031" cy="520696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Down Arrow 39">
            <a:extLst>
              <a:ext uri="{FF2B5EF4-FFF2-40B4-BE49-F238E27FC236}">
                <a16:creationId xmlns:a16="http://schemas.microsoft.com/office/drawing/2014/main" id="{1C80DA9F-066F-0884-8E6A-9ADAD471E123}"/>
              </a:ext>
            </a:extLst>
          </p:cNvPr>
          <p:cNvSpPr/>
          <p:nvPr/>
        </p:nvSpPr>
        <p:spPr>
          <a:xfrm>
            <a:off x="2329847" y="4077072"/>
            <a:ext cx="165752" cy="613038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Down Arrow 40">
            <a:extLst>
              <a:ext uri="{FF2B5EF4-FFF2-40B4-BE49-F238E27FC236}">
                <a16:creationId xmlns:a16="http://schemas.microsoft.com/office/drawing/2014/main" id="{51A92E2A-7785-D47D-9BA6-CF649B1A130F}"/>
              </a:ext>
            </a:extLst>
          </p:cNvPr>
          <p:cNvSpPr/>
          <p:nvPr/>
        </p:nvSpPr>
        <p:spPr>
          <a:xfrm>
            <a:off x="2328544" y="2587629"/>
            <a:ext cx="167055" cy="624538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62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935266-8282-9B14-1B8B-1E9D5DA8867B}"/>
              </a:ext>
            </a:extLst>
          </p:cNvPr>
          <p:cNvSpPr txBox="1"/>
          <p:nvPr/>
        </p:nvSpPr>
        <p:spPr>
          <a:xfrm>
            <a:off x="-457202" y="301881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 new roman"/>
              </a:rPr>
              <a:t>SCHEMATIC DIAGRAM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C38D5-7F48-8BB0-28DA-665761BEE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5" y="1142998"/>
            <a:ext cx="5952451" cy="510104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930D21-5E63-2BA0-1797-C9B103BAE902}"/>
              </a:ext>
            </a:extLst>
          </p:cNvPr>
          <p:cNvSpPr txBox="1">
            <a:spLocks/>
          </p:cNvSpPr>
          <p:nvPr/>
        </p:nvSpPr>
        <p:spPr>
          <a:xfrm>
            <a:off x="6315695" y="265709"/>
            <a:ext cx="5984296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 new roman"/>
              </a:rPr>
              <a:t>RESULTS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47B6FCEF-6D37-14BB-C113-784A4DB0B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854" y="3909938"/>
            <a:ext cx="4672530" cy="2540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3C6690-EC80-C6D4-1785-F8E983D34098}"/>
              </a:ext>
            </a:extLst>
          </p:cNvPr>
          <p:cNvSpPr txBox="1"/>
          <p:nvPr/>
        </p:nvSpPr>
        <p:spPr>
          <a:xfrm>
            <a:off x="7754601" y="63885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Fig.3.  System Performance Overview </a:t>
            </a:r>
          </a:p>
        </p:txBody>
      </p:sp>
      <p:pic>
        <p:nvPicPr>
          <p:cNvPr id="8" name="Picture 7" descr="C:\Users\HP\AppData\Local\Packages\5319275A.WhatsAppDesktop_cv1g1gvanyjgm\TempState\3467A9A96DB4F23D5F45B0F5EAEAFF06\WhatsApp Image 2025-04-09 at 18.04.28_fcd90b06.jpg">
            <a:extLst>
              <a:ext uri="{FF2B5EF4-FFF2-40B4-BE49-F238E27FC236}">
                <a16:creationId xmlns:a16="http://schemas.microsoft.com/office/drawing/2014/main" id="{154EB631-F14B-0275-2164-A2C983FD8D5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670" y="888273"/>
            <a:ext cx="4672530" cy="254072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D771A3-AC8B-57D8-0264-ACAC2AE3D5BC}"/>
              </a:ext>
            </a:extLst>
          </p:cNvPr>
          <p:cNvSpPr/>
          <p:nvPr/>
        </p:nvSpPr>
        <p:spPr>
          <a:xfrm>
            <a:off x="6839827" y="3545275"/>
            <a:ext cx="4839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Fig.2.  Ignition Control System Activation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37755-EBEA-23A6-5B80-99CAEC86F6E7}"/>
              </a:ext>
            </a:extLst>
          </p:cNvPr>
          <p:cNvSpPr/>
          <p:nvPr/>
        </p:nvSpPr>
        <p:spPr>
          <a:xfrm>
            <a:off x="-207976" y="6371453"/>
            <a:ext cx="5243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Fig.1.  Ignition Control System using Proteus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48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289811-BB99-012E-79AA-131521C7462D}"/>
              </a:ext>
            </a:extLst>
          </p:cNvPr>
          <p:cNvSpPr txBox="1"/>
          <p:nvPr/>
        </p:nvSpPr>
        <p:spPr>
          <a:xfrm>
            <a:off x="652120" y="1115957"/>
            <a:ext cx="9465545" cy="320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IN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Authentication Accuracy: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90-95% success rate with minimal errors.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Response Time: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RFID &amp; fingerprint verification within 2-3 seconds.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Processing Efficiency: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Low power consumption, instant relay activation.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Failure Cases: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Minor false rejections due to finger misplacement.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Comparison: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More secure than key-based &amp; RFID-only ignition systems.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81AE9-BE40-E45E-BF2E-A3EDBB4A66CB}"/>
              </a:ext>
            </a:extLst>
          </p:cNvPr>
          <p:cNvSpPr txBox="1"/>
          <p:nvPr/>
        </p:nvSpPr>
        <p:spPr>
          <a:xfrm>
            <a:off x="0" y="382070"/>
            <a:ext cx="127084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 new roman"/>
              </a:rPr>
              <a:t>CONCLUSION AND FUTURE SCOPE</a:t>
            </a:r>
            <a:endParaRPr lang="en-IN" sz="3200" b="1" dirty="0">
              <a:latin typeface="Times 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B6654-8F9A-62B3-21C7-9989ED2DD84A}"/>
              </a:ext>
            </a:extLst>
          </p:cNvPr>
          <p:cNvSpPr txBox="1"/>
          <p:nvPr/>
        </p:nvSpPr>
        <p:spPr>
          <a:xfrm>
            <a:off x="652120" y="1115957"/>
            <a:ext cx="6677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78B42-519F-161A-1AC2-09EC50971EA6}"/>
              </a:ext>
            </a:extLst>
          </p:cNvPr>
          <p:cNvSpPr txBox="1"/>
          <p:nvPr/>
        </p:nvSpPr>
        <p:spPr>
          <a:xfrm>
            <a:off x="652120" y="4141925"/>
            <a:ext cx="6354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AC7F6-021C-E8A8-6F8D-5AB92D4E1F46}"/>
              </a:ext>
            </a:extLst>
          </p:cNvPr>
          <p:cNvSpPr txBox="1"/>
          <p:nvPr/>
        </p:nvSpPr>
        <p:spPr>
          <a:xfrm>
            <a:off x="652120" y="4701545"/>
            <a:ext cx="635423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 new roman"/>
              </a:rPr>
              <a:t>Enhanced Security with AI-Based Authentication.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 new roman"/>
              </a:rPr>
              <a:t>Integration with IoT for Remote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 new roman"/>
              </a:rPr>
              <a:t>Expansion to Multi-Vehicle Access Systems</a:t>
            </a:r>
          </a:p>
        </p:txBody>
      </p:sp>
    </p:spTree>
    <p:extLst>
      <p:ext uri="{BB962C8B-B14F-4D97-AF65-F5344CB8AC3E}">
        <p14:creationId xmlns:p14="http://schemas.microsoft.com/office/powerpoint/2010/main" val="261202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3C0C5-320D-2C14-662D-67024A827820}"/>
              </a:ext>
            </a:extLst>
          </p:cNvPr>
          <p:cNvSpPr txBox="1"/>
          <p:nvPr/>
        </p:nvSpPr>
        <p:spPr>
          <a:xfrm>
            <a:off x="550333" y="541867"/>
            <a:ext cx="1092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 : </a:t>
            </a:r>
            <a:r>
              <a:rPr lang="en-US" dirty="0">
                <a:hlinkClick r:id="rId2"/>
              </a:rPr>
              <a:t>https://github.com/BhavyaMunnam</a:t>
            </a:r>
            <a:endParaRPr lang="en-US" dirty="0"/>
          </a:p>
          <a:p>
            <a:r>
              <a:rPr lang="en-US" dirty="0"/>
              <a:t>LINKEDIN : </a:t>
            </a:r>
            <a:r>
              <a:rPr lang="en-US" dirty="0">
                <a:hlinkClick r:id="rId3"/>
              </a:rPr>
              <a:t>https://www.linkedin.com/in/munnam-bhavya-72451a300/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7CC84-538C-3032-1ECE-2AB06EEF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495" y="1409913"/>
            <a:ext cx="5106367" cy="23981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CA631B-9D39-41A3-8B83-5307C032F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969" y="3962979"/>
            <a:ext cx="7104728" cy="2650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6C2AA4-1181-70EA-EA8F-5846AF52CF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08" y="1409913"/>
            <a:ext cx="5447827" cy="239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8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8C111A4-A424-70F5-7EAD-9B1C33B217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36D1D-01B9-F67F-2B48-63CDDA5C1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98" y="148166"/>
            <a:ext cx="3293534" cy="65616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C65963-4A43-0E5B-F089-7E2024FCAE77}"/>
              </a:ext>
            </a:extLst>
          </p:cNvPr>
          <p:cNvSpPr txBox="1"/>
          <p:nvPr/>
        </p:nvSpPr>
        <p:spPr>
          <a:xfrm>
            <a:off x="474134" y="3027402"/>
            <a:ext cx="9829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6600" b="1" dirty="0">
                <a:latin typeface="FZShuTi" panose="02010601030101010101" pitchFamily="2" charset="-122"/>
                <a:ea typeface="FZShuTi" panose="02010601030101010101" pitchFamily="2" charset="-122"/>
              </a:rPr>
              <a:t>ありがとうございます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6790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419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FZShuTi</vt:lpstr>
      <vt:lpstr>Microsoft YaHei UI Light</vt:lpstr>
      <vt:lpstr>Arial</vt:lpstr>
      <vt:lpstr>Calibri</vt:lpstr>
      <vt:lpstr>Calibri Light</vt:lpstr>
      <vt:lpstr>Times  new roman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munnam bhavya</dc:creator>
  <cp:lastModifiedBy>munnam bhavya</cp:lastModifiedBy>
  <cp:revision>1</cp:revision>
  <dcterms:created xsi:type="dcterms:W3CDTF">2026-03-06T14:50:34Z</dcterms:created>
  <dcterms:modified xsi:type="dcterms:W3CDTF">2026-03-10T16:02:12Z</dcterms:modified>
</cp:coreProperties>
</file>